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1BDA67-13A5-4143-B017-303FDF101426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de-DE"/>
        </a:p>
      </dgm:t>
    </dgm:pt>
    <dgm:pt modelId="{054BC006-EAFB-49F9-B788-D20DE759F8A6}">
      <dgm:prSet phldrT="[Text]" custT="1"/>
      <dgm:spPr/>
      <dgm:t>
        <a:bodyPr/>
        <a:lstStyle/>
        <a:p>
          <a:r>
            <a:rPr lang="de-DE" sz="1100" dirty="0" err="1" smtClean="0"/>
            <a:t>Kdt</a:t>
          </a:r>
          <a:endParaRPr lang="de-DE" sz="1100" dirty="0" smtClean="0"/>
        </a:p>
        <a:p>
          <a:r>
            <a:rPr lang="de-DE" sz="1100" dirty="0" err="1" smtClean="0"/>
            <a:t>Hptm</a:t>
          </a:r>
          <a:r>
            <a:rPr lang="de-DE" sz="1100" dirty="0" smtClean="0"/>
            <a:t> Andri Halter</a:t>
          </a:r>
          <a:endParaRPr lang="de-DE" sz="1100" dirty="0"/>
        </a:p>
      </dgm:t>
    </dgm:pt>
    <dgm:pt modelId="{4D4938AE-6B41-4C8C-9B0A-3E7D95A3C976}" type="parTrans" cxnId="{D65DAEFC-9F8F-4FE2-A9EE-EE928EFE07C5}">
      <dgm:prSet/>
      <dgm:spPr/>
      <dgm:t>
        <a:bodyPr/>
        <a:lstStyle/>
        <a:p>
          <a:endParaRPr lang="de-DE"/>
        </a:p>
      </dgm:t>
    </dgm:pt>
    <dgm:pt modelId="{244490EA-8ABB-41AA-B341-163989568016}" type="sibTrans" cxnId="{D65DAEFC-9F8F-4FE2-A9EE-EE928EFE07C5}">
      <dgm:prSet/>
      <dgm:spPr/>
      <dgm:t>
        <a:bodyPr/>
        <a:lstStyle/>
        <a:p>
          <a:endParaRPr lang="de-DE"/>
        </a:p>
      </dgm:t>
    </dgm:pt>
    <dgm:pt modelId="{D9FD3CA7-75E7-46FD-991A-9AC025FBCD76}" type="asst">
      <dgm:prSet phldrT="[Text]" custT="1"/>
      <dgm:spPr/>
      <dgm:t>
        <a:bodyPr/>
        <a:lstStyle/>
        <a:p>
          <a:r>
            <a:rPr lang="de-DE" sz="1100" dirty="0" err="1" smtClean="0"/>
            <a:t>Einh</a:t>
          </a:r>
          <a:r>
            <a:rPr lang="de-DE" sz="1100" dirty="0" smtClean="0"/>
            <a:t> </a:t>
          </a:r>
          <a:r>
            <a:rPr lang="de-DE" sz="1100" dirty="0" err="1" smtClean="0"/>
            <a:t>Four</a:t>
          </a:r>
          <a:endParaRPr lang="de-DE" sz="1100" dirty="0" smtClean="0"/>
        </a:p>
        <a:p>
          <a:r>
            <a:rPr lang="de-DE" sz="1100" dirty="0" err="1" smtClean="0"/>
            <a:t>Four</a:t>
          </a:r>
          <a:r>
            <a:rPr lang="de-DE" sz="1100" dirty="0" smtClean="0"/>
            <a:t> Raphael </a:t>
          </a:r>
          <a:r>
            <a:rPr lang="de-DE" sz="1100" dirty="0" err="1" smtClean="0"/>
            <a:t>Rudin</a:t>
          </a:r>
          <a:endParaRPr lang="de-DE" sz="1100" dirty="0"/>
        </a:p>
      </dgm:t>
    </dgm:pt>
    <dgm:pt modelId="{A11EE60F-AECD-40DE-920B-A64F6794E605}" type="parTrans" cxnId="{DBF03147-8361-4D0E-8013-321E0B5BEF68}">
      <dgm:prSet/>
      <dgm:spPr/>
      <dgm:t>
        <a:bodyPr/>
        <a:lstStyle/>
        <a:p>
          <a:endParaRPr lang="de-DE"/>
        </a:p>
      </dgm:t>
    </dgm:pt>
    <dgm:pt modelId="{1047ECC7-6373-4DCE-92F3-77665E18CBD1}" type="sibTrans" cxnId="{DBF03147-8361-4D0E-8013-321E0B5BEF68}">
      <dgm:prSet/>
      <dgm:spPr/>
      <dgm:t>
        <a:bodyPr/>
        <a:lstStyle/>
        <a:p>
          <a:endParaRPr lang="de-DE"/>
        </a:p>
      </dgm:t>
    </dgm:pt>
    <dgm:pt modelId="{DF1B6CA6-C964-4A01-880F-9DCEDB0DF186}">
      <dgm:prSet phldrT="[Text]" custT="1"/>
      <dgm:spPr/>
      <dgm:t>
        <a:bodyPr/>
        <a:lstStyle/>
        <a:p>
          <a:r>
            <a:rPr lang="de-DE" sz="1100" smtClean="0"/>
            <a:t>Zug SERVIZIO</a:t>
          </a:r>
          <a:endParaRPr lang="de-DE" sz="1100" dirty="0" smtClean="0"/>
        </a:p>
        <a:p>
          <a:r>
            <a:rPr lang="de-DE" sz="1100" dirty="0" err="1" smtClean="0"/>
            <a:t>Lt</a:t>
          </a:r>
          <a:r>
            <a:rPr lang="de-DE" sz="1100" dirty="0" smtClean="0"/>
            <a:t> Peter </a:t>
          </a:r>
          <a:r>
            <a:rPr lang="de-DE" sz="1100" dirty="0" err="1" smtClean="0"/>
            <a:t>Langjahr</a:t>
          </a:r>
          <a:endParaRPr lang="de-DE" sz="1100" dirty="0"/>
        </a:p>
      </dgm:t>
    </dgm:pt>
    <dgm:pt modelId="{9699ACB9-3E74-4B39-938E-AD8AFF14F0AE}" type="parTrans" cxnId="{B1F86777-2F13-4118-8AC6-4B8F35AAAA51}">
      <dgm:prSet/>
      <dgm:spPr/>
      <dgm:t>
        <a:bodyPr/>
        <a:lstStyle/>
        <a:p>
          <a:endParaRPr lang="de-DE"/>
        </a:p>
      </dgm:t>
    </dgm:pt>
    <dgm:pt modelId="{1DBEB2F7-1B14-4EF4-BBAE-8540F1EA51D6}" type="sibTrans" cxnId="{B1F86777-2F13-4118-8AC6-4B8F35AAAA51}">
      <dgm:prSet/>
      <dgm:spPr/>
      <dgm:t>
        <a:bodyPr/>
        <a:lstStyle/>
        <a:p>
          <a:endParaRPr lang="de-DE"/>
        </a:p>
      </dgm:t>
    </dgm:pt>
    <dgm:pt modelId="{E503C1C0-D496-4D76-9981-816F634C1CAF}">
      <dgm:prSet phldrT="[Text]" custT="1"/>
      <dgm:spPr/>
      <dgm:t>
        <a:bodyPr/>
        <a:lstStyle/>
        <a:p>
          <a:r>
            <a:rPr lang="de-DE" sz="1100" dirty="0" smtClean="0"/>
            <a:t>Zug AMBOSS</a:t>
          </a:r>
        </a:p>
        <a:p>
          <a:r>
            <a:rPr lang="de-DE" sz="1100" dirty="0" err="1" smtClean="0"/>
            <a:t>Lt</a:t>
          </a:r>
          <a:r>
            <a:rPr lang="de-DE" sz="1100" dirty="0" smtClean="0"/>
            <a:t> Philippe </a:t>
          </a:r>
          <a:r>
            <a:rPr lang="de-DE" sz="1100" dirty="0" err="1" smtClean="0"/>
            <a:t>Schaulin</a:t>
          </a:r>
          <a:endParaRPr lang="de-DE" sz="1100" dirty="0" smtClean="0"/>
        </a:p>
        <a:p>
          <a:r>
            <a:rPr lang="de-DE" sz="1100" dirty="0" err="1" smtClean="0"/>
            <a:t>Lt</a:t>
          </a:r>
          <a:r>
            <a:rPr lang="de-DE" sz="1100" dirty="0" smtClean="0"/>
            <a:t> Sandro Degen</a:t>
          </a:r>
          <a:endParaRPr lang="de-DE" sz="1100" dirty="0"/>
        </a:p>
      </dgm:t>
    </dgm:pt>
    <dgm:pt modelId="{79F6D140-7F9A-4382-884F-AFE4234A9823}" type="parTrans" cxnId="{EFEA85FE-2F07-401B-8BAF-98DF52970D35}">
      <dgm:prSet/>
      <dgm:spPr/>
      <dgm:t>
        <a:bodyPr/>
        <a:lstStyle/>
        <a:p>
          <a:endParaRPr lang="de-DE"/>
        </a:p>
      </dgm:t>
    </dgm:pt>
    <dgm:pt modelId="{08774AD7-774C-45B0-99AC-849745A77CAF}" type="sibTrans" cxnId="{EFEA85FE-2F07-401B-8BAF-98DF52970D35}">
      <dgm:prSet/>
      <dgm:spPr/>
      <dgm:t>
        <a:bodyPr/>
        <a:lstStyle/>
        <a:p>
          <a:endParaRPr lang="de-DE"/>
        </a:p>
      </dgm:t>
    </dgm:pt>
    <dgm:pt modelId="{E614B53D-F907-406E-AB6F-F60B41976497}">
      <dgm:prSet phldrT="[Text]" custT="1"/>
      <dgm:spPr/>
      <dgm:t>
        <a:bodyPr/>
        <a:lstStyle/>
        <a:p>
          <a:r>
            <a:rPr lang="de-DE" sz="1100" dirty="0" smtClean="0"/>
            <a:t>Zug BIVIO</a:t>
          </a:r>
        </a:p>
        <a:p>
          <a:r>
            <a:rPr lang="de-DE" sz="1100" dirty="0" err="1" smtClean="0"/>
            <a:t>Lt</a:t>
          </a:r>
          <a:r>
            <a:rPr lang="de-DE" sz="1100" dirty="0" smtClean="0"/>
            <a:t> Lorenzo Senn</a:t>
          </a:r>
        </a:p>
        <a:p>
          <a:r>
            <a:rPr lang="de-DE" sz="1100" dirty="0" err="1" smtClean="0"/>
            <a:t>Lt</a:t>
          </a:r>
          <a:r>
            <a:rPr lang="de-DE" sz="1100" dirty="0" smtClean="0"/>
            <a:t> Robin </a:t>
          </a:r>
          <a:r>
            <a:rPr lang="de-DE" sz="1100" dirty="0" err="1" smtClean="0"/>
            <a:t>Fanger</a:t>
          </a:r>
          <a:endParaRPr lang="de-DE" sz="1100" dirty="0"/>
        </a:p>
      </dgm:t>
    </dgm:pt>
    <dgm:pt modelId="{AB994DF1-AB1E-42A6-99FC-99201413084E}" type="parTrans" cxnId="{928B2E0D-0DAE-4953-A80B-CE680AB2173C}">
      <dgm:prSet/>
      <dgm:spPr/>
      <dgm:t>
        <a:bodyPr/>
        <a:lstStyle/>
        <a:p>
          <a:endParaRPr lang="de-DE"/>
        </a:p>
      </dgm:t>
    </dgm:pt>
    <dgm:pt modelId="{145ED4A3-006B-4523-8E9C-19D87082B4D6}" type="sibTrans" cxnId="{928B2E0D-0DAE-4953-A80B-CE680AB2173C}">
      <dgm:prSet/>
      <dgm:spPr/>
      <dgm:t>
        <a:bodyPr/>
        <a:lstStyle/>
        <a:p>
          <a:endParaRPr lang="de-DE"/>
        </a:p>
      </dgm:t>
    </dgm:pt>
    <dgm:pt modelId="{57A7B495-F7F9-4C8D-9A06-E5EBA32F318B}" type="asst">
      <dgm:prSet custT="1"/>
      <dgm:spPr/>
      <dgm:t>
        <a:bodyPr/>
        <a:lstStyle/>
        <a:p>
          <a:r>
            <a:rPr lang="de-DE" sz="1100" dirty="0" err="1" smtClean="0"/>
            <a:t>Kdt</a:t>
          </a:r>
          <a:r>
            <a:rPr lang="de-DE" sz="1100" dirty="0" smtClean="0"/>
            <a:t> </a:t>
          </a:r>
          <a:r>
            <a:rPr lang="de-DE" sz="1100" dirty="0" err="1" smtClean="0"/>
            <a:t>Stv</a:t>
          </a:r>
          <a:endParaRPr lang="de-DE" sz="1100" dirty="0" smtClean="0"/>
        </a:p>
        <a:p>
          <a:r>
            <a:rPr lang="de-DE" sz="1100" dirty="0" err="1" smtClean="0"/>
            <a:t>Oblt</a:t>
          </a:r>
          <a:r>
            <a:rPr lang="de-DE" sz="1100" dirty="0" smtClean="0"/>
            <a:t> Simon Pauli</a:t>
          </a:r>
        </a:p>
        <a:p>
          <a:r>
            <a:rPr lang="de-DE" sz="1100" dirty="0" err="1" smtClean="0"/>
            <a:t>Oblt</a:t>
          </a:r>
          <a:r>
            <a:rPr lang="de-DE" sz="1100" dirty="0" smtClean="0"/>
            <a:t> Luca </a:t>
          </a:r>
          <a:r>
            <a:rPr lang="de-DE" sz="1100" dirty="0" err="1" smtClean="0"/>
            <a:t>Storrer</a:t>
          </a:r>
          <a:endParaRPr lang="de-DE" sz="1100" dirty="0"/>
        </a:p>
      </dgm:t>
    </dgm:pt>
    <dgm:pt modelId="{D9862BC2-3546-449E-A95F-995B16BC1974}" type="parTrans" cxnId="{5AFCBCC8-D288-4615-9038-BF9F0C22A3CE}">
      <dgm:prSet/>
      <dgm:spPr/>
      <dgm:t>
        <a:bodyPr/>
        <a:lstStyle/>
        <a:p>
          <a:endParaRPr lang="de-DE"/>
        </a:p>
      </dgm:t>
    </dgm:pt>
    <dgm:pt modelId="{803421D8-0D7C-4733-98DC-335662C46806}" type="sibTrans" cxnId="{5AFCBCC8-D288-4615-9038-BF9F0C22A3CE}">
      <dgm:prSet/>
      <dgm:spPr/>
      <dgm:t>
        <a:bodyPr/>
        <a:lstStyle/>
        <a:p>
          <a:endParaRPr lang="de-DE"/>
        </a:p>
      </dgm:t>
    </dgm:pt>
    <dgm:pt modelId="{9AF66A63-E6EE-4EF0-A2BF-D3B9DE378D07}">
      <dgm:prSet custT="1"/>
      <dgm:spPr/>
      <dgm:t>
        <a:bodyPr/>
        <a:lstStyle/>
        <a:p>
          <a:r>
            <a:rPr lang="de-DE" sz="1100" dirty="0" err="1" smtClean="0"/>
            <a:t>Kdo</a:t>
          </a:r>
          <a:r>
            <a:rPr lang="de-DE" sz="1100" dirty="0" smtClean="0"/>
            <a:t> </a:t>
          </a:r>
          <a:r>
            <a:rPr lang="de-DE" sz="1100" dirty="0" err="1" smtClean="0"/>
            <a:t>Gr</a:t>
          </a:r>
          <a:r>
            <a:rPr lang="de-DE" sz="1100" dirty="0" smtClean="0"/>
            <a:t> </a:t>
          </a:r>
          <a:r>
            <a:rPr lang="de-DE" sz="1100" dirty="0" err="1" smtClean="0"/>
            <a:t>Fhr</a:t>
          </a:r>
          <a:endParaRPr lang="de-DE" sz="1100" dirty="0" smtClean="0"/>
        </a:p>
        <a:p>
          <a:r>
            <a:rPr lang="de-DE" sz="1100" dirty="0" err="1" smtClean="0"/>
            <a:t>Wm</a:t>
          </a:r>
          <a:r>
            <a:rPr lang="de-DE" sz="1100" dirty="0" smtClean="0"/>
            <a:t> </a:t>
          </a:r>
          <a:r>
            <a:rPr lang="de-DE" sz="1100" dirty="0" err="1" smtClean="0"/>
            <a:t>Petrusic</a:t>
          </a:r>
          <a:r>
            <a:rPr lang="de-DE" sz="1100" dirty="0" smtClean="0"/>
            <a:t> Luca</a:t>
          </a:r>
          <a:endParaRPr lang="de-DE" sz="1100" dirty="0"/>
        </a:p>
      </dgm:t>
    </dgm:pt>
    <dgm:pt modelId="{397D46A1-DE16-4DFD-AF10-8A565CE31C5E}" type="parTrans" cxnId="{CA8D78FC-9A4B-4B1A-85B4-FAA7D9969D9A}">
      <dgm:prSet/>
      <dgm:spPr/>
      <dgm:t>
        <a:bodyPr/>
        <a:lstStyle/>
        <a:p>
          <a:endParaRPr lang="de-DE"/>
        </a:p>
      </dgm:t>
    </dgm:pt>
    <dgm:pt modelId="{557D76D0-2972-4275-8D92-B706BD2CEC41}" type="sibTrans" cxnId="{CA8D78FC-9A4B-4B1A-85B4-FAA7D9969D9A}">
      <dgm:prSet/>
      <dgm:spPr/>
      <dgm:t>
        <a:bodyPr/>
        <a:lstStyle/>
        <a:p>
          <a:endParaRPr lang="de-DE"/>
        </a:p>
      </dgm:t>
    </dgm:pt>
    <dgm:pt modelId="{A3E7CB71-8DB0-40B7-917A-9EFF09DF7C94}" type="asst">
      <dgm:prSet custT="1"/>
      <dgm:spPr/>
      <dgm:t>
        <a:bodyPr/>
        <a:lstStyle/>
        <a:p>
          <a:r>
            <a:rPr lang="de-DE" sz="1100" dirty="0" err="1" smtClean="0"/>
            <a:t>Einh</a:t>
          </a:r>
          <a:r>
            <a:rPr lang="de-DE" sz="1100" dirty="0" smtClean="0"/>
            <a:t> </a:t>
          </a:r>
          <a:r>
            <a:rPr lang="de-DE" sz="1100" dirty="0" err="1" smtClean="0"/>
            <a:t>Fw</a:t>
          </a:r>
          <a:endParaRPr lang="de-DE" sz="1100" dirty="0" smtClean="0"/>
        </a:p>
        <a:p>
          <a:r>
            <a:rPr lang="de-DE" sz="1100" dirty="0" err="1" smtClean="0"/>
            <a:t>Hptfw</a:t>
          </a:r>
          <a:r>
            <a:rPr lang="de-DE" sz="1100" dirty="0" smtClean="0"/>
            <a:t> Matteo </a:t>
          </a:r>
          <a:r>
            <a:rPr lang="de-DE" sz="1100" dirty="0" err="1" smtClean="0"/>
            <a:t>Ritzinger</a:t>
          </a:r>
          <a:endParaRPr lang="de-DE" sz="1100" dirty="0"/>
        </a:p>
      </dgm:t>
    </dgm:pt>
    <dgm:pt modelId="{386165AB-53A0-499D-BE63-6796AA7FA6D4}" type="parTrans" cxnId="{01C9E7A3-2CD5-47B1-9DFE-B9F32E0EEEC0}">
      <dgm:prSet/>
      <dgm:spPr/>
      <dgm:t>
        <a:bodyPr/>
        <a:lstStyle/>
        <a:p>
          <a:endParaRPr lang="de-DE"/>
        </a:p>
      </dgm:t>
    </dgm:pt>
    <dgm:pt modelId="{8758580C-3C4C-4565-AEBC-5FB0BC9A4ADC}" type="sibTrans" cxnId="{01C9E7A3-2CD5-47B1-9DFE-B9F32E0EEEC0}">
      <dgm:prSet/>
      <dgm:spPr/>
      <dgm:t>
        <a:bodyPr/>
        <a:lstStyle/>
        <a:p>
          <a:endParaRPr lang="de-DE"/>
        </a:p>
      </dgm:t>
    </dgm:pt>
    <dgm:pt modelId="{C496DF77-1F50-4CBB-ADDE-940F0650E108}">
      <dgm:prSet custT="1"/>
      <dgm:spPr/>
      <dgm:t>
        <a:bodyPr/>
        <a:lstStyle/>
        <a:p>
          <a:r>
            <a:rPr lang="de-DE" sz="1100" dirty="0" smtClean="0"/>
            <a:t>C V+T</a:t>
          </a:r>
        </a:p>
        <a:p>
          <a:r>
            <a:rPr lang="de-DE" sz="1100" dirty="0" err="1" smtClean="0"/>
            <a:t>Wm</a:t>
          </a:r>
          <a:r>
            <a:rPr lang="de-DE" sz="1100" dirty="0" smtClean="0"/>
            <a:t> </a:t>
          </a:r>
          <a:r>
            <a:rPr lang="de-DE" sz="1100" dirty="0" smtClean="0"/>
            <a:t>Marco </a:t>
          </a:r>
          <a:r>
            <a:rPr lang="de-DE" sz="1100" dirty="0" err="1" smtClean="0"/>
            <a:t>Humbel</a:t>
          </a:r>
          <a:endParaRPr lang="de-DE" sz="1100" dirty="0"/>
        </a:p>
      </dgm:t>
    </dgm:pt>
    <dgm:pt modelId="{645D2BC3-20C0-4FDB-81D0-2C3575BC9F63}" type="parTrans" cxnId="{70CA68EF-537E-44F7-8B3E-E502D7895397}">
      <dgm:prSet/>
      <dgm:spPr/>
      <dgm:t>
        <a:bodyPr/>
        <a:lstStyle/>
        <a:p>
          <a:endParaRPr lang="de-DE"/>
        </a:p>
      </dgm:t>
    </dgm:pt>
    <dgm:pt modelId="{6CF260DF-A0E8-46A5-945D-349180BA780B}" type="sibTrans" cxnId="{70CA68EF-537E-44F7-8B3E-E502D7895397}">
      <dgm:prSet/>
      <dgm:spPr/>
      <dgm:t>
        <a:bodyPr/>
        <a:lstStyle/>
        <a:p>
          <a:endParaRPr lang="de-DE"/>
        </a:p>
      </dgm:t>
    </dgm:pt>
    <dgm:pt modelId="{61DD2841-05A7-42D3-A613-5D140BDFFBDD}">
      <dgm:prSet custT="1"/>
      <dgm:spPr/>
      <dgm:t>
        <a:bodyPr/>
        <a:lstStyle/>
        <a:p>
          <a:r>
            <a:rPr lang="de-DE" sz="1100" dirty="0" smtClean="0"/>
            <a:t>C Mat</a:t>
          </a:r>
        </a:p>
        <a:p>
          <a:r>
            <a:rPr lang="de-DE" sz="1100" dirty="0" err="1" smtClean="0"/>
            <a:t>Wm</a:t>
          </a:r>
          <a:r>
            <a:rPr lang="de-DE" sz="1100" dirty="0" smtClean="0"/>
            <a:t> </a:t>
          </a:r>
          <a:r>
            <a:rPr lang="de-DE" sz="1100" dirty="0" err="1" smtClean="0"/>
            <a:t>Hrvoje</a:t>
          </a:r>
          <a:r>
            <a:rPr lang="de-DE" sz="1100" dirty="0" smtClean="0"/>
            <a:t> </a:t>
          </a:r>
          <a:r>
            <a:rPr lang="de-DE" sz="1100" smtClean="0"/>
            <a:t>Gavranic </a:t>
          </a:r>
          <a:endParaRPr lang="de-DE" sz="1100" dirty="0"/>
        </a:p>
      </dgm:t>
    </dgm:pt>
    <dgm:pt modelId="{310B1C10-7558-41AC-810D-81D1997D910D}" type="parTrans" cxnId="{D2AE32F8-358E-4031-A346-6C14A3A3848F}">
      <dgm:prSet/>
      <dgm:spPr/>
      <dgm:t>
        <a:bodyPr/>
        <a:lstStyle/>
        <a:p>
          <a:endParaRPr lang="de-DE"/>
        </a:p>
      </dgm:t>
    </dgm:pt>
    <dgm:pt modelId="{93657CB2-AD43-4DDF-912F-69CD011ACA9B}" type="sibTrans" cxnId="{D2AE32F8-358E-4031-A346-6C14A3A3848F}">
      <dgm:prSet/>
      <dgm:spPr/>
      <dgm:t>
        <a:bodyPr/>
        <a:lstStyle/>
        <a:p>
          <a:endParaRPr lang="de-DE"/>
        </a:p>
      </dgm:t>
    </dgm:pt>
    <dgm:pt modelId="{065C8C1C-BDC5-45C6-BE8B-320440E1A411}">
      <dgm:prSet custT="1"/>
      <dgm:spPr/>
      <dgm:t>
        <a:bodyPr/>
        <a:lstStyle/>
        <a:p>
          <a:r>
            <a:rPr lang="de-DE" sz="1100" dirty="0" smtClean="0"/>
            <a:t>Zug CANALE</a:t>
          </a:r>
        </a:p>
        <a:p>
          <a:r>
            <a:rPr lang="de-DE" sz="1100" dirty="0" err="1" smtClean="0"/>
            <a:t>Oblt</a:t>
          </a:r>
          <a:r>
            <a:rPr lang="de-DE" sz="1100" dirty="0" smtClean="0"/>
            <a:t> Benjamin </a:t>
          </a:r>
          <a:r>
            <a:rPr lang="de-DE" sz="1100" dirty="0" err="1" smtClean="0"/>
            <a:t>Sarasin</a:t>
          </a:r>
          <a:endParaRPr lang="de-DE" sz="1100" dirty="0" smtClean="0"/>
        </a:p>
        <a:p>
          <a:r>
            <a:rPr lang="de-DE" sz="1100" dirty="0" err="1" smtClean="0"/>
            <a:t>Lt</a:t>
          </a:r>
          <a:r>
            <a:rPr lang="de-DE" sz="1100" dirty="0" smtClean="0"/>
            <a:t> Jonas Koch </a:t>
          </a:r>
          <a:endParaRPr lang="de-DE" sz="1100" dirty="0"/>
        </a:p>
      </dgm:t>
    </dgm:pt>
    <dgm:pt modelId="{763B518F-C5F1-4153-92C1-461FD5950E68}" type="parTrans" cxnId="{874D70AA-7156-4EEA-9A2C-C2423D29AFB1}">
      <dgm:prSet/>
      <dgm:spPr/>
      <dgm:t>
        <a:bodyPr/>
        <a:lstStyle/>
        <a:p>
          <a:endParaRPr lang="de-DE"/>
        </a:p>
      </dgm:t>
    </dgm:pt>
    <dgm:pt modelId="{C52D6DEE-188F-4FB3-BDBC-398EE89692EA}" type="sibTrans" cxnId="{874D70AA-7156-4EEA-9A2C-C2423D29AFB1}">
      <dgm:prSet/>
      <dgm:spPr/>
      <dgm:t>
        <a:bodyPr/>
        <a:lstStyle/>
        <a:p>
          <a:endParaRPr lang="de-DE"/>
        </a:p>
      </dgm:t>
    </dgm:pt>
    <dgm:pt modelId="{ADC6095A-C83D-411B-AF95-BB655ED1D5AC}" type="pres">
      <dgm:prSet presAssocID="{D61BDA67-13A5-4143-B017-303FDF10142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de-DE"/>
        </a:p>
      </dgm:t>
    </dgm:pt>
    <dgm:pt modelId="{112A7CF0-4D58-4C45-8F96-52864D947F85}" type="pres">
      <dgm:prSet presAssocID="{054BC006-EAFB-49F9-B788-D20DE759F8A6}" presName="hierRoot1" presStyleCnt="0">
        <dgm:presLayoutVars>
          <dgm:hierBranch val="init"/>
        </dgm:presLayoutVars>
      </dgm:prSet>
      <dgm:spPr/>
    </dgm:pt>
    <dgm:pt modelId="{E86AA3BF-37A4-4664-9843-02969491C3D6}" type="pres">
      <dgm:prSet presAssocID="{054BC006-EAFB-49F9-B788-D20DE759F8A6}" presName="rootComposite1" presStyleCnt="0"/>
      <dgm:spPr/>
    </dgm:pt>
    <dgm:pt modelId="{390C65B0-761E-494E-B1E4-1278AE54E81C}" type="pres">
      <dgm:prSet presAssocID="{054BC006-EAFB-49F9-B788-D20DE759F8A6}" presName="rootText1" presStyleLbl="node0" presStyleIdx="0" presStyleCnt="1" custScaleX="145609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73343CC0-ED9C-4A85-8AEE-A856AB67895F}" type="pres">
      <dgm:prSet presAssocID="{054BC006-EAFB-49F9-B788-D20DE759F8A6}" presName="rootConnector1" presStyleLbl="node1" presStyleIdx="0" presStyleCnt="0"/>
      <dgm:spPr/>
      <dgm:t>
        <a:bodyPr/>
        <a:lstStyle/>
        <a:p>
          <a:endParaRPr lang="de-DE"/>
        </a:p>
      </dgm:t>
    </dgm:pt>
    <dgm:pt modelId="{BE17DA5A-F91B-42D3-86E8-ECD03F262D0E}" type="pres">
      <dgm:prSet presAssocID="{054BC006-EAFB-49F9-B788-D20DE759F8A6}" presName="hierChild2" presStyleCnt="0"/>
      <dgm:spPr/>
    </dgm:pt>
    <dgm:pt modelId="{6642BD91-5736-4BE7-B0D9-517B1B6EC1DA}" type="pres">
      <dgm:prSet presAssocID="{9699ACB9-3E74-4B39-938E-AD8AFF14F0AE}" presName="Name37" presStyleLbl="parChTrans1D2" presStyleIdx="0" presStyleCnt="7"/>
      <dgm:spPr/>
      <dgm:t>
        <a:bodyPr/>
        <a:lstStyle/>
        <a:p>
          <a:endParaRPr lang="de-DE"/>
        </a:p>
      </dgm:t>
    </dgm:pt>
    <dgm:pt modelId="{05D5B37C-8858-4B0B-81C1-CFBCAFC08AAA}" type="pres">
      <dgm:prSet presAssocID="{DF1B6CA6-C964-4A01-880F-9DCEDB0DF186}" presName="hierRoot2" presStyleCnt="0">
        <dgm:presLayoutVars>
          <dgm:hierBranch val="init"/>
        </dgm:presLayoutVars>
      </dgm:prSet>
      <dgm:spPr/>
    </dgm:pt>
    <dgm:pt modelId="{D36010EA-CFF0-47BC-B372-8197D18ADC1F}" type="pres">
      <dgm:prSet presAssocID="{DF1B6CA6-C964-4A01-880F-9DCEDB0DF186}" presName="rootComposite" presStyleCnt="0"/>
      <dgm:spPr/>
    </dgm:pt>
    <dgm:pt modelId="{EA6AE112-DCDA-41E7-A6BC-81B3651A7FBF}" type="pres">
      <dgm:prSet presAssocID="{DF1B6CA6-C964-4A01-880F-9DCEDB0DF186}" presName="rootText" presStyleLbl="node2" presStyleIdx="0" presStyleCnt="4" custScaleX="145609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CFFA103C-6874-4BFC-86A7-5B206E52C5BD}" type="pres">
      <dgm:prSet presAssocID="{DF1B6CA6-C964-4A01-880F-9DCEDB0DF186}" presName="rootConnector" presStyleLbl="node2" presStyleIdx="0" presStyleCnt="4"/>
      <dgm:spPr/>
      <dgm:t>
        <a:bodyPr/>
        <a:lstStyle/>
        <a:p>
          <a:endParaRPr lang="de-DE"/>
        </a:p>
      </dgm:t>
    </dgm:pt>
    <dgm:pt modelId="{CE097E7F-76CC-43F5-AB33-9E56352D44CD}" type="pres">
      <dgm:prSet presAssocID="{DF1B6CA6-C964-4A01-880F-9DCEDB0DF186}" presName="hierChild4" presStyleCnt="0"/>
      <dgm:spPr/>
    </dgm:pt>
    <dgm:pt modelId="{682BE27E-8C9F-4EDF-B17F-09DB3FF31E5F}" type="pres">
      <dgm:prSet presAssocID="{DF1B6CA6-C964-4A01-880F-9DCEDB0DF186}" presName="hierChild5" presStyleCnt="0"/>
      <dgm:spPr/>
    </dgm:pt>
    <dgm:pt modelId="{36821D98-7E34-412C-9AF2-79ECF20437A9}" type="pres">
      <dgm:prSet presAssocID="{79F6D140-7F9A-4382-884F-AFE4234A9823}" presName="Name37" presStyleLbl="parChTrans1D2" presStyleIdx="1" presStyleCnt="7"/>
      <dgm:spPr/>
      <dgm:t>
        <a:bodyPr/>
        <a:lstStyle/>
        <a:p>
          <a:endParaRPr lang="de-DE"/>
        </a:p>
      </dgm:t>
    </dgm:pt>
    <dgm:pt modelId="{5795C73B-E294-46F3-BF81-A802C3FFD5AE}" type="pres">
      <dgm:prSet presAssocID="{E503C1C0-D496-4D76-9981-816F634C1CAF}" presName="hierRoot2" presStyleCnt="0">
        <dgm:presLayoutVars>
          <dgm:hierBranch val="init"/>
        </dgm:presLayoutVars>
      </dgm:prSet>
      <dgm:spPr/>
    </dgm:pt>
    <dgm:pt modelId="{F3ADF247-11E7-46C1-8311-957543C40DC9}" type="pres">
      <dgm:prSet presAssocID="{E503C1C0-D496-4D76-9981-816F634C1CAF}" presName="rootComposite" presStyleCnt="0"/>
      <dgm:spPr/>
    </dgm:pt>
    <dgm:pt modelId="{2F302829-F7D0-46B6-BA2B-EE859BAD7767}" type="pres">
      <dgm:prSet presAssocID="{E503C1C0-D496-4D76-9981-816F634C1CAF}" presName="rootText" presStyleLbl="node2" presStyleIdx="1" presStyleCnt="4" custScaleX="145609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428B5D38-2E6B-41A9-B666-E3D3E8154188}" type="pres">
      <dgm:prSet presAssocID="{E503C1C0-D496-4D76-9981-816F634C1CAF}" presName="rootConnector" presStyleLbl="node2" presStyleIdx="1" presStyleCnt="4"/>
      <dgm:spPr/>
      <dgm:t>
        <a:bodyPr/>
        <a:lstStyle/>
        <a:p>
          <a:endParaRPr lang="de-DE"/>
        </a:p>
      </dgm:t>
    </dgm:pt>
    <dgm:pt modelId="{EFCAFF70-9B94-4E25-96C0-033FF6527ECA}" type="pres">
      <dgm:prSet presAssocID="{E503C1C0-D496-4D76-9981-816F634C1CAF}" presName="hierChild4" presStyleCnt="0"/>
      <dgm:spPr/>
    </dgm:pt>
    <dgm:pt modelId="{58A33A12-D81A-4CB7-AFE8-17B7EC56C203}" type="pres">
      <dgm:prSet presAssocID="{E503C1C0-D496-4D76-9981-816F634C1CAF}" presName="hierChild5" presStyleCnt="0"/>
      <dgm:spPr/>
    </dgm:pt>
    <dgm:pt modelId="{EDAF5F8A-25FF-45E5-A417-CC4841D8A861}" type="pres">
      <dgm:prSet presAssocID="{AB994DF1-AB1E-42A6-99FC-99201413084E}" presName="Name37" presStyleLbl="parChTrans1D2" presStyleIdx="2" presStyleCnt="7"/>
      <dgm:spPr/>
      <dgm:t>
        <a:bodyPr/>
        <a:lstStyle/>
        <a:p>
          <a:endParaRPr lang="de-DE"/>
        </a:p>
      </dgm:t>
    </dgm:pt>
    <dgm:pt modelId="{D8E846B3-7C32-402E-A6B1-EA8BB0599CC7}" type="pres">
      <dgm:prSet presAssocID="{E614B53D-F907-406E-AB6F-F60B41976497}" presName="hierRoot2" presStyleCnt="0">
        <dgm:presLayoutVars>
          <dgm:hierBranch val="init"/>
        </dgm:presLayoutVars>
      </dgm:prSet>
      <dgm:spPr/>
    </dgm:pt>
    <dgm:pt modelId="{0E99E968-53E1-45D7-A688-6E006F4A5087}" type="pres">
      <dgm:prSet presAssocID="{E614B53D-F907-406E-AB6F-F60B41976497}" presName="rootComposite" presStyleCnt="0"/>
      <dgm:spPr/>
    </dgm:pt>
    <dgm:pt modelId="{0556CA44-37B6-4530-B8A9-137470987D6D}" type="pres">
      <dgm:prSet presAssocID="{E614B53D-F907-406E-AB6F-F60B41976497}" presName="rootText" presStyleLbl="node2" presStyleIdx="2" presStyleCnt="4" custScaleX="145609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110D05AA-E551-4C20-84B5-738F83221D04}" type="pres">
      <dgm:prSet presAssocID="{E614B53D-F907-406E-AB6F-F60B41976497}" presName="rootConnector" presStyleLbl="node2" presStyleIdx="2" presStyleCnt="4"/>
      <dgm:spPr/>
      <dgm:t>
        <a:bodyPr/>
        <a:lstStyle/>
        <a:p>
          <a:endParaRPr lang="de-DE"/>
        </a:p>
      </dgm:t>
    </dgm:pt>
    <dgm:pt modelId="{72C37845-BB3E-4E3E-8AF7-AE0E95800A17}" type="pres">
      <dgm:prSet presAssocID="{E614B53D-F907-406E-AB6F-F60B41976497}" presName="hierChild4" presStyleCnt="0"/>
      <dgm:spPr/>
    </dgm:pt>
    <dgm:pt modelId="{220F47EC-AB5D-440B-B040-15C0DB8F8FB7}" type="pres">
      <dgm:prSet presAssocID="{E614B53D-F907-406E-AB6F-F60B41976497}" presName="hierChild5" presStyleCnt="0"/>
      <dgm:spPr/>
    </dgm:pt>
    <dgm:pt modelId="{37DFACEA-1063-429B-84C2-C7D96A1FEC15}" type="pres">
      <dgm:prSet presAssocID="{763B518F-C5F1-4153-92C1-461FD5950E68}" presName="Name37" presStyleLbl="parChTrans1D2" presStyleIdx="3" presStyleCnt="7"/>
      <dgm:spPr/>
      <dgm:t>
        <a:bodyPr/>
        <a:lstStyle/>
        <a:p>
          <a:endParaRPr lang="de-DE"/>
        </a:p>
      </dgm:t>
    </dgm:pt>
    <dgm:pt modelId="{3DA9B950-2AB4-4D75-9FD0-B7BFECA678E4}" type="pres">
      <dgm:prSet presAssocID="{065C8C1C-BDC5-45C6-BE8B-320440E1A411}" presName="hierRoot2" presStyleCnt="0">
        <dgm:presLayoutVars>
          <dgm:hierBranch val="init"/>
        </dgm:presLayoutVars>
      </dgm:prSet>
      <dgm:spPr/>
    </dgm:pt>
    <dgm:pt modelId="{C7DEE396-47A5-417B-AE38-C1EC5660C41F}" type="pres">
      <dgm:prSet presAssocID="{065C8C1C-BDC5-45C6-BE8B-320440E1A411}" presName="rootComposite" presStyleCnt="0"/>
      <dgm:spPr/>
    </dgm:pt>
    <dgm:pt modelId="{51FC9C52-D6DF-40D3-8509-0769B400A10B}" type="pres">
      <dgm:prSet presAssocID="{065C8C1C-BDC5-45C6-BE8B-320440E1A411}" presName="rootText" presStyleLbl="node2" presStyleIdx="3" presStyleCnt="4" custScaleX="145609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E8C022B2-3C6B-4EBC-A606-D58BAC8C79DB}" type="pres">
      <dgm:prSet presAssocID="{065C8C1C-BDC5-45C6-BE8B-320440E1A411}" presName="rootConnector" presStyleLbl="node2" presStyleIdx="3" presStyleCnt="4"/>
      <dgm:spPr/>
      <dgm:t>
        <a:bodyPr/>
        <a:lstStyle/>
        <a:p>
          <a:endParaRPr lang="de-DE"/>
        </a:p>
      </dgm:t>
    </dgm:pt>
    <dgm:pt modelId="{C11DF6D4-2722-4B78-B6F6-8D1EF9FC687C}" type="pres">
      <dgm:prSet presAssocID="{065C8C1C-BDC5-45C6-BE8B-320440E1A411}" presName="hierChild4" presStyleCnt="0"/>
      <dgm:spPr/>
    </dgm:pt>
    <dgm:pt modelId="{B71AD5DA-E1B0-4E20-9049-25813E50A894}" type="pres">
      <dgm:prSet presAssocID="{065C8C1C-BDC5-45C6-BE8B-320440E1A411}" presName="hierChild5" presStyleCnt="0"/>
      <dgm:spPr/>
    </dgm:pt>
    <dgm:pt modelId="{664AC7A7-D544-4E12-9DED-FAC0F033304E}" type="pres">
      <dgm:prSet presAssocID="{054BC006-EAFB-49F9-B788-D20DE759F8A6}" presName="hierChild3" presStyleCnt="0"/>
      <dgm:spPr/>
    </dgm:pt>
    <dgm:pt modelId="{048E0573-BF71-438B-8738-4CAB32BED6DE}" type="pres">
      <dgm:prSet presAssocID="{A11EE60F-AECD-40DE-920B-A64F6794E605}" presName="Name111" presStyleLbl="parChTrans1D2" presStyleIdx="4" presStyleCnt="7"/>
      <dgm:spPr/>
      <dgm:t>
        <a:bodyPr/>
        <a:lstStyle/>
        <a:p>
          <a:endParaRPr lang="de-DE"/>
        </a:p>
      </dgm:t>
    </dgm:pt>
    <dgm:pt modelId="{72C134B0-DBF8-49D9-8D84-11A5CEF6C3D8}" type="pres">
      <dgm:prSet presAssocID="{D9FD3CA7-75E7-46FD-991A-9AC025FBCD76}" presName="hierRoot3" presStyleCnt="0">
        <dgm:presLayoutVars>
          <dgm:hierBranch val="init"/>
        </dgm:presLayoutVars>
      </dgm:prSet>
      <dgm:spPr/>
    </dgm:pt>
    <dgm:pt modelId="{C57A2432-7FA2-45C2-B593-A39F57762B79}" type="pres">
      <dgm:prSet presAssocID="{D9FD3CA7-75E7-46FD-991A-9AC025FBCD76}" presName="rootComposite3" presStyleCnt="0"/>
      <dgm:spPr/>
    </dgm:pt>
    <dgm:pt modelId="{1C8C7874-868E-477F-8191-AA626322746A}" type="pres">
      <dgm:prSet presAssocID="{D9FD3CA7-75E7-46FD-991A-9AC025FBCD76}" presName="rootText3" presStyleLbl="asst1" presStyleIdx="0" presStyleCnt="3" custScaleX="145609" custLinFactNeighborX="83580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9598C912-C15B-49A1-9725-651505901D07}" type="pres">
      <dgm:prSet presAssocID="{D9FD3CA7-75E7-46FD-991A-9AC025FBCD76}" presName="rootConnector3" presStyleLbl="asst1" presStyleIdx="0" presStyleCnt="3"/>
      <dgm:spPr/>
      <dgm:t>
        <a:bodyPr/>
        <a:lstStyle/>
        <a:p>
          <a:endParaRPr lang="de-DE"/>
        </a:p>
      </dgm:t>
    </dgm:pt>
    <dgm:pt modelId="{25EC7278-6CF8-4FE7-B6AF-5689FCDC9FC8}" type="pres">
      <dgm:prSet presAssocID="{D9FD3CA7-75E7-46FD-991A-9AC025FBCD76}" presName="hierChild6" presStyleCnt="0"/>
      <dgm:spPr/>
    </dgm:pt>
    <dgm:pt modelId="{14EF9D5F-FAB1-4DDB-9DC5-BBE1423B5A56}" type="pres">
      <dgm:prSet presAssocID="{D9FD3CA7-75E7-46FD-991A-9AC025FBCD76}" presName="hierChild7" presStyleCnt="0"/>
      <dgm:spPr/>
    </dgm:pt>
    <dgm:pt modelId="{BD2F24CD-377B-4DF9-9FDD-1DA8E29DA7E1}" type="pres">
      <dgm:prSet presAssocID="{D9862BC2-3546-449E-A95F-995B16BC1974}" presName="Name111" presStyleLbl="parChTrans1D2" presStyleIdx="5" presStyleCnt="7"/>
      <dgm:spPr/>
      <dgm:t>
        <a:bodyPr/>
        <a:lstStyle/>
        <a:p>
          <a:endParaRPr lang="de-DE"/>
        </a:p>
      </dgm:t>
    </dgm:pt>
    <dgm:pt modelId="{70D973C2-EDD2-4A43-89BA-139D57BA7D19}" type="pres">
      <dgm:prSet presAssocID="{57A7B495-F7F9-4C8D-9A06-E5EBA32F318B}" presName="hierRoot3" presStyleCnt="0">
        <dgm:presLayoutVars>
          <dgm:hierBranch/>
        </dgm:presLayoutVars>
      </dgm:prSet>
      <dgm:spPr/>
    </dgm:pt>
    <dgm:pt modelId="{012BD7B6-23F5-454D-B36C-484D17DA469D}" type="pres">
      <dgm:prSet presAssocID="{57A7B495-F7F9-4C8D-9A06-E5EBA32F318B}" presName="rootComposite3" presStyleCnt="0"/>
      <dgm:spPr/>
    </dgm:pt>
    <dgm:pt modelId="{21D01381-EFA7-4C4B-90E1-A4166487792B}" type="pres">
      <dgm:prSet presAssocID="{57A7B495-F7F9-4C8D-9A06-E5EBA32F318B}" presName="rootText3" presStyleLbl="asst1" presStyleIdx="1" presStyleCnt="3" custScaleX="145609" custLinFactNeighborX="87560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BC6F2125-B470-4A4A-9A07-D19FCCA406BD}" type="pres">
      <dgm:prSet presAssocID="{57A7B495-F7F9-4C8D-9A06-E5EBA32F318B}" presName="rootConnector3" presStyleLbl="asst1" presStyleIdx="1" presStyleCnt="3"/>
      <dgm:spPr/>
      <dgm:t>
        <a:bodyPr/>
        <a:lstStyle/>
        <a:p>
          <a:endParaRPr lang="de-DE"/>
        </a:p>
      </dgm:t>
    </dgm:pt>
    <dgm:pt modelId="{8E6913B8-D8C3-45B4-A38A-7D19023924D4}" type="pres">
      <dgm:prSet presAssocID="{57A7B495-F7F9-4C8D-9A06-E5EBA32F318B}" presName="hierChild6" presStyleCnt="0"/>
      <dgm:spPr/>
    </dgm:pt>
    <dgm:pt modelId="{7296ECE7-799C-4EEA-95A9-16EAC0A90D14}" type="pres">
      <dgm:prSet presAssocID="{397D46A1-DE16-4DFD-AF10-8A565CE31C5E}" presName="Name35" presStyleLbl="parChTrans1D3" presStyleIdx="0" presStyleCnt="3"/>
      <dgm:spPr/>
      <dgm:t>
        <a:bodyPr/>
        <a:lstStyle/>
        <a:p>
          <a:endParaRPr lang="de-DE"/>
        </a:p>
      </dgm:t>
    </dgm:pt>
    <dgm:pt modelId="{4E283A6E-2D94-4DEE-BC97-51F700640739}" type="pres">
      <dgm:prSet presAssocID="{9AF66A63-E6EE-4EF0-A2BF-D3B9DE378D07}" presName="hierRoot2" presStyleCnt="0">
        <dgm:presLayoutVars>
          <dgm:hierBranch val="init"/>
        </dgm:presLayoutVars>
      </dgm:prSet>
      <dgm:spPr/>
    </dgm:pt>
    <dgm:pt modelId="{AAD092B1-B61A-45C9-B2CA-E6BE574FCE0B}" type="pres">
      <dgm:prSet presAssocID="{9AF66A63-E6EE-4EF0-A2BF-D3B9DE378D07}" presName="rootComposite" presStyleCnt="0"/>
      <dgm:spPr/>
    </dgm:pt>
    <dgm:pt modelId="{D28D0720-DEF9-41F6-A5AA-A434ED022588}" type="pres">
      <dgm:prSet presAssocID="{9AF66A63-E6EE-4EF0-A2BF-D3B9DE378D07}" presName="rootText" presStyleLbl="node3" presStyleIdx="0" presStyleCnt="3" custScaleX="145609" custLinFactNeighborX="87560" custLinFactNeighborY="61690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72AC9B11-D1E2-44A5-91CA-E31C8A54F795}" type="pres">
      <dgm:prSet presAssocID="{9AF66A63-E6EE-4EF0-A2BF-D3B9DE378D07}" presName="rootConnector" presStyleLbl="node3" presStyleIdx="0" presStyleCnt="3"/>
      <dgm:spPr/>
      <dgm:t>
        <a:bodyPr/>
        <a:lstStyle/>
        <a:p>
          <a:endParaRPr lang="de-DE"/>
        </a:p>
      </dgm:t>
    </dgm:pt>
    <dgm:pt modelId="{55DFF1D4-A46E-4596-90F1-D51B1719E378}" type="pres">
      <dgm:prSet presAssocID="{9AF66A63-E6EE-4EF0-A2BF-D3B9DE378D07}" presName="hierChild4" presStyleCnt="0"/>
      <dgm:spPr/>
    </dgm:pt>
    <dgm:pt modelId="{1571DE21-4E81-4FFE-B28F-A0511EBB4500}" type="pres">
      <dgm:prSet presAssocID="{9AF66A63-E6EE-4EF0-A2BF-D3B9DE378D07}" presName="hierChild5" presStyleCnt="0"/>
      <dgm:spPr/>
    </dgm:pt>
    <dgm:pt modelId="{9223889B-FEF5-4239-A634-7A566B46B1ED}" type="pres">
      <dgm:prSet presAssocID="{57A7B495-F7F9-4C8D-9A06-E5EBA32F318B}" presName="hierChild7" presStyleCnt="0"/>
      <dgm:spPr/>
    </dgm:pt>
    <dgm:pt modelId="{FB7330DB-6509-43E4-A74F-12384EE54FD8}" type="pres">
      <dgm:prSet presAssocID="{386165AB-53A0-499D-BE63-6796AA7FA6D4}" presName="Name111" presStyleLbl="parChTrans1D2" presStyleIdx="6" presStyleCnt="7"/>
      <dgm:spPr/>
      <dgm:t>
        <a:bodyPr/>
        <a:lstStyle/>
        <a:p>
          <a:endParaRPr lang="de-DE"/>
        </a:p>
      </dgm:t>
    </dgm:pt>
    <dgm:pt modelId="{FD0D3B5E-B7DE-4758-B53E-ECB2DAA283BF}" type="pres">
      <dgm:prSet presAssocID="{A3E7CB71-8DB0-40B7-917A-9EFF09DF7C94}" presName="hierRoot3" presStyleCnt="0">
        <dgm:presLayoutVars>
          <dgm:hierBranch val="hang"/>
        </dgm:presLayoutVars>
      </dgm:prSet>
      <dgm:spPr/>
    </dgm:pt>
    <dgm:pt modelId="{ECC19D01-8AB6-4418-98EC-39114A16B5B9}" type="pres">
      <dgm:prSet presAssocID="{A3E7CB71-8DB0-40B7-917A-9EFF09DF7C94}" presName="rootComposite3" presStyleCnt="0"/>
      <dgm:spPr/>
    </dgm:pt>
    <dgm:pt modelId="{66BB009C-B1D5-4140-AF50-D2974DB07B39}" type="pres">
      <dgm:prSet presAssocID="{A3E7CB71-8DB0-40B7-917A-9EFF09DF7C94}" presName="rootText3" presStyleLbl="asst1" presStyleIdx="2" presStyleCnt="3" custScaleX="145609" custLinFactNeighborY="-87560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6CE1F617-68CB-436D-80B9-CB0438A646B2}" type="pres">
      <dgm:prSet presAssocID="{A3E7CB71-8DB0-40B7-917A-9EFF09DF7C94}" presName="rootConnector3" presStyleLbl="asst1" presStyleIdx="2" presStyleCnt="3"/>
      <dgm:spPr/>
      <dgm:t>
        <a:bodyPr/>
        <a:lstStyle/>
        <a:p>
          <a:endParaRPr lang="de-DE"/>
        </a:p>
      </dgm:t>
    </dgm:pt>
    <dgm:pt modelId="{5CA494EA-C9D6-447D-962B-DE32CA29CBE2}" type="pres">
      <dgm:prSet presAssocID="{A3E7CB71-8DB0-40B7-917A-9EFF09DF7C94}" presName="hierChild6" presStyleCnt="0"/>
      <dgm:spPr/>
    </dgm:pt>
    <dgm:pt modelId="{A6CA73C2-830D-4EDC-84AC-C518F4009854}" type="pres">
      <dgm:prSet presAssocID="{310B1C10-7558-41AC-810D-81D1997D910D}" presName="Name48" presStyleLbl="parChTrans1D3" presStyleIdx="1" presStyleCnt="3"/>
      <dgm:spPr/>
      <dgm:t>
        <a:bodyPr/>
        <a:lstStyle/>
        <a:p>
          <a:endParaRPr lang="de-DE"/>
        </a:p>
      </dgm:t>
    </dgm:pt>
    <dgm:pt modelId="{8D6AC205-4FA2-4571-A85A-CF7C67E869C2}" type="pres">
      <dgm:prSet presAssocID="{61DD2841-05A7-42D3-A613-5D140BDFFBDD}" presName="hierRoot2" presStyleCnt="0">
        <dgm:presLayoutVars>
          <dgm:hierBranch val="init"/>
        </dgm:presLayoutVars>
      </dgm:prSet>
      <dgm:spPr/>
    </dgm:pt>
    <dgm:pt modelId="{6EFA4A76-6E9D-48F5-9F35-A2E3DB6D44B2}" type="pres">
      <dgm:prSet presAssocID="{61DD2841-05A7-42D3-A613-5D140BDFFBDD}" presName="rootComposite" presStyleCnt="0"/>
      <dgm:spPr/>
    </dgm:pt>
    <dgm:pt modelId="{8ED56F1E-625C-4E42-80E0-4129C5D704FA}" type="pres">
      <dgm:prSet presAssocID="{61DD2841-05A7-42D3-A613-5D140BDFFBDD}" presName="rootText" presStyleLbl="node3" presStyleIdx="1" presStyleCnt="3" custScaleX="145609" custLinFactNeighborY="-79600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934F8189-C090-4D5C-AE00-D8DEDD062169}" type="pres">
      <dgm:prSet presAssocID="{61DD2841-05A7-42D3-A613-5D140BDFFBDD}" presName="rootConnector" presStyleLbl="node3" presStyleIdx="1" presStyleCnt="3"/>
      <dgm:spPr/>
      <dgm:t>
        <a:bodyPr/>
        <a:lstStyle/>
        <a:p>
          <a:endParaRPr lang="de-DE"/>
        </a:p>
      </dgm:t>
    </dgm:pt>
    <dgm:pt modelId="{82475B88-D104-46A7-AABF-C82068429533}" type="pres">
      <dgm:prSet presAssocID="{61DD2841-05A7-42D3-A613-5D140BDFFBDD}" presName="hierChild4" presStyleCnt="0"/>
      <dgm:spPr/>
    </dgm:pt>
    <dgm:pt modelId="{A8793C5D-41B1-4E8E-91E9-ED206A8BDBAD}" type="pres">
      <dgm:prSet presAssocID="{61DD2841-05A7-42D3-A613-5D140BDFFBDD}" presName="hierChild5" presStyleCnt="0"/>
      <dgm:spPr/>
    </dgm:pt>
    <dgm:pt modelId="{F18846B5-A261-43AC-9B55-585B97BD2DB8}" type="pres">
      <dgm:prSet presAssocID="{645D2BC3-20C0-4FDB-81D0-2C3575BC9F63}" presName="Name48" presStyleLbl="parChTrans1D3" presStyleIdx="2" presStyleCnt="3"/>
      <dgm:spPr/>
      <dgm:t>
        <a:bodyPr/>
        <a:lstStyle/>
        <a:p>
          <a:endParaRPr lang="de-DE"/>
        </a:p>
      </dgm:t>
    </dgm:pt>
    <dgm:pt modelId="{5F4696E9-B61A-41C7-8C60-F15D81A6EAA3}" type="pres">
      <dgm:prSet presAssocID="{C496DF77-1F50-4CBB-ADDE-940F0650E108}" presName="hierRoot2" presStyleCnt="0">
        <dgm:presLayoutVars>
          <dgm:hierBranch val="init"/>
        </dgm:presLayoutVars>
      </dgm:prSet>
      <dgm:spPr/>
    </dgm:pt>
    <dgm:pt modelId="{7736165E-4085-4BD7-BCE0-5749CE739228}" type="pres">
      <dgm:prSet presAssocID="{C496DF77-1F50-4CBB-ADDE-940F0650E108}" presName="rootComposite" presStyleCnt="0"/>
      <dgm:spPr/>
    </dgm:pt>
    <dgm:pt modelId="{B17B3FD8-9A94-44D0-B6A6-097D45B79F37}" type="pres">
      <dgm:prSet presAssocID="{C496DF77-1F50-4CBB-ADDE-940F0650E108}" presName="rootText" presStyleLbl="node3" presStyleIdx="2" presStyleCnt="3" custScaleX="145609" custLinFactNeighborY="-79600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1E6AC627-0A0E-4558-AB35-9B71115362CF}" type="pres">
      <dgm:prSet presAssocID="{C496DF77-1F50-4CBB-ADDE-940F0650E108}" presName="rootConnector" presStyleLbl="node3" presStyleIdx="2" presStyleCnt="3"/>
      <dgm:spPr/>
      <dgm:t>
        <a:bodyPr/>
        <a:lstStyle/>
        <a:p>
          <a:endParaRPr lang="de-DE"/>
        </a:p>
      </dgm:t>
    </dgm:pt>
    <dgm:pt modelId="{050F9180-4C93-4970-B2B6-13EF1CE28E96}" type="pres">
      <dgm:prSet presAssocID="{C496DF77-1F50-4CBB-ADDE-940F0650E108}" presName="hierChild4" presStyleCnt="0"/>
      <dgm:spPr/>
    </dgm:pt>
    <dgm:pt modelId="{02F365F9-59C9-4A70-8375-AE73F5E040FF}" type="pres">
      <dgm:prSet presAssocID="{C496DF77-1F50-4CBB-ADDE-940F0650E108}" presName="hierChild5" presStyleCnt="0"/>
      <dgm:spPr/>
    </dgm:pt>
    <dgm:pt modelId="{979115F0-832F-424D-B796-F61F3F2FAD6F}" type="pres">
      <dgm:prSet presAssocID="{A3E7CB71-8DB0-40B7-917A-9EFF09DF7C94}" presName="hierChild7" presStyleCnt="0"/>
      <dgm:spPr/>
    </dgm:pt>
  </dgm:ptLst>
  <dgm:cxnLst>
    <dgm:cxn modelId="{C2E13DCB-3283-4D09-A76F-2C9BC8837113}" type="presOf" srcId="{79F6D140-7F9A-4382-884F-AFE4234A9823}" destId="{36821D98-7E34-412C-9AF2-79ECF20437A9}" srcOrd="0" destOrd="0" presId="urn:microsoft.com/office/officeart/2005/8/layout/orgChart1"/>
    <dgm:cxn modelId="{1441D985-6F19-4336-A372-FAD0C97D156C}" type="presOf" srcId="{9AF66A63-E6EE-4EF0-A2BF-D3B9DE378D07}" destId="{D28D0720-DEF9-41F6-A5AA-A434ED022588}" srcOrd="0" destOrd="0" presId="urn:microsoft.com/office/officeart/2005/8/layout/orgChart1"/>
    <dgm:cxn modelId="{86ED46C7-21E6-4555-A165-90D8282C71A3}" type="presOf" srcId="{57A7B495-F7F9-4C8D-9A06-E5EBA32F318B}" destId="{21D01381-EFA7-4C4B-90E1-A4166487792B}" srcOrd="0" destOrd="0" presId="urn:microsoft.com/office/officeart/2005/8/layout/orgChart1"/>
    <dgm:cxn modelId="{10C78691-31FD-4F19-AF36-70A6CF6C031B}" type="presOf" srcId="{9699ACB9-3E74-4B39-938E-AD8AFF14F0AE}" destId="{6642BD91-5736-4BE7-B0D9-517B1B6EC1DA}" srcOrd="0" destOrd="0" presId="urn:microsoft.com/office/officeart/2005/8/layout/orgChart1"/>
    <dgm:cxn modelId="{D090F6AB-483C-4781-8FFC-1EAC491BF1A8}" type="presOf" srcId="{C496DF77-1F50-4CBB-ADDE-940F0650E108}" destId="{B17B3FD8-9A94-44D0-B6A6-097D45B79F37}" srcOrd="0" destOrd="0" presId="urn:microsoft.com/office/officeart/2005/8/layout/orgChart1"/>
    <dgm:cxn modelId="{AAFEE4CA-CB46-464E-B894-AD4F535A6ED9}" type="presOf" srcId="{A11EE60F-AECD-40DE-920B-A64F6794E605}" destId="{048E0573-BF71-438B-8738-4CAB32BED6DE}" srcOrd="0" destOrd="0" presId="urn:microsoft.com/office/officeart/2005/8/layout/orgChart1"/>
    <dgm:cxn modelId="{B7D620DC-CF61-4C7B-8F45-E261D684F71E}" type="presOf" srcId="{C496DF77-1F50-4CBB-ADDE-940F0650E108}" destId="{1E6AC627-0A0E-4558-AB35-9B71115362CF}" srcOrd="1" destOrd="0" presId="urn:microsoft.com/office/officeart/2005/8/layout/orgChart1"/>
    <dgm:cxn modelId="{EFEA85FE-2F07-401B-8BAF-98DF52970D35}" srcId="{054BC006-EAFB-49F9-B788-D20DE759F8A6}" destId="{E503C1C0-D496-4D76-9981-816F634C1CAF}" srcOrd="2" destOrd="0" parTransId="{79F6D140-7F9A-4382-884F-AFE4234A9823}" sibTransId="{08774AD7-774C-45B0-99AC-849745A77CAF}"/>
    <dgm:cxn modelId="{1F129FA9-BB3C-453F-A493-5A31AFF01924}" type="presOf" srcId="{054BC006-EAFB-49F9-B788-D20DE759F8A6}" destId="{390C65B0-761E-494E-B1E4-1278AE54E81C}" srcOrd="0" destOrd="0" presId="urn:microsoft.com/office/officeart/2005/8/layout/orgChart1"/>
    <dgm:cxn modelId="{39C9D986-228C-4F4E-8B13-DD2055271932}" type="presOf" srcId="{386165AB-53A0-499D-BE63-6796AA7FA6D4}" destId="{FB7330DB-6509-43E4-A74F-12384EE54FD8}" srcOrd="0" destOrd="0" presId="urn:microsoft.com/office/officeart/2005/8/layout/orgChart1"/>
    <dgm:cxn modelId="{0F397B0F-00C5-4175-AF8C-88FD5CAB924A}" type="presOf" srcId="{9AF66A63-E6EE-4EF0-A2BF-D3B9DE378D07}" destId="{72AC9B11-D1E2-44A5-91CA-E31C8A54F795}" srcOrd="1" destOrd="0" presId="urn:microsoft.com/office/officeart/2005/8/layout/orgChart1"/>
    <dgm:cxn modelId="{D65DAEFC-9F8F-4FE2-A9EE-EE928EFE07C5}" srcId="{D61BDA67-13A5-4143-B017-303FDF101426}" destId="{054BC006-EAFB-49F9-B788-D20DE759F8A6}" srcOrd="0" destOrd="0" parTransId="{4D4938AE-6B41-4C8C-9B0A-3E7D95A3C976}" sibTransId="{244490EA-8ABB-41AA-B341-163989568016}"/>
    <dgm:cxn modelId="{CA8D78FC-9A4B-4B1A-85B4-FAA7D9969D9A}" srcId="{57A7B495-F7F9-4C8D-9A06-E5EBA32F318B}" destId="{9AF66A63-E6EE-4EF0-A2BF-D3B9DE378D07}" srcOrd="0" destOrd="0" parTransId="{397D46A1-DE16-4DFD-AF10-8A565CE31C5E}" sibTransId="{557D76D0-2972-4275-8D92-B706BD2CEC41}"/>
    <dgm:cxn modelId="{9B302685-9C0C-4F58-ADDA-F719043DE37F}" type="presOf" srcId="{310B1C10-7558-41AC-810D-81D1997D910D}" destId="{A6CA73C2-830D-4EDC-84AC-C518F4009854}" srcOrd="0" destOrd="0" presId="urn:microsoft.com/office/officeart/2005/8/layout/orgChart1"/>
    <dgm:cxn modelId="{A3B7D74E-97A6-465C-A5BB-F9C9662C03DE}" type="presOf" srcId="{E614B53D-F907-406E-AB6F-F60B41976497}" destId="{110D05AA-E551-4C20-84B5-738F83221D04}" srcOrd="1" destOrd="0" presId="urn:microsoft.com/office/officeart/2005/8/layout/orgChart1"/>
    <dgm:cxn modelId="{18523378-20A1-4EDD-989B-16114C256450}" type="presOf" srcId="{E614B53D-F907-406E-AB6F-F60B41976497}" destId="{0556CA44-37B6-4530-B8A9-137470987D6D}" srcOrd="0" destOrd="0" presId="urn:microsoft.com/office/officeart/2005/8/layout/orgChart1"/>
    <dgm:cxn modelId="{DD3F4900-1EE2-43D1-AB0A-D49EB3A5385B}" type="presOf" srcId="{A3E7CB71-8DB0-40B7-917A-9EFF09DF7C94}" destId="{66BB009C-B1D5-4140-AF50-D2974DB07B39}" srcOrd="0" destOrd="0" presId="urn:microsoft.com/office/officeart/2005/8/layout/orgChart1"/>
    <dgm:cxn modelId="{8BCF4439-0AD3-4840-A0D2-A70D8CAB18B9}" type="presOf" srcId="{065C8C1C-BDC5-45C6-BE8B-320440E1A411}" destId="{51FC9C52-D6DF-40D3-8509-0769B400A10B}" srcOrd="0" destOrd="0" presId="urn:microsoft.com/office/officeart/2005/8/layout/orgChart1"/>
    <dgm:cxn modelId="{874D70AA-7156-4EEA-9A2C-C2423D29AFB1}" srcId="{054BC006-EAFB-49F9-B788-D20DE759F8A6}" destId="{065C8C1C-BDC5-45C6-BE8B-320440E1A411}" srcOrd="6" destOrd="0" parTransId="{763B518F-C5F1-4153-92C1-461FD5950E68}" sibTransId="{C52D6DEE-188F-4FB3-BDBC-398EE89692EA}"/>
    <dgm:cxn modelId="{DBF03147-8361-4D0E-8013-321E0B5BEF68}" srcId="{054BC006-EAFB-49F9-B788-D20DE759F8A6}" destId="{D9FD3CA7-75E7-46FD-991A-9AC025FBCD76}" srcOrd="0" destOrd="0" parTransId="{A11EE60F-AECD-40DE-920B-A64F6794E605}" sibTransId="{1047ECC7-6373-4DCE-92F3-77665E18CBD1}"/>
    <dgm:cxn modelId="{978E6157-D47C-419D-A238-EBE6E2B7E171}" type="presOf" srcId="{DF1B6CA6-C964-4A01-880F-9DCEDB0DF186}" destId="{EA6AE112-DCDA-41E7-A6BC-81B3651A7FBF}" srcOrd="0" destOrd="0" presId="urn:microsoft.com/office/officeart/2005/8/layout/orgChart1"/>
    <dgm:cxn modelId="{1ABEA2D3-63E5-450C-AE8B-EC598DB34DBC}" type="presOf" srcId="{D9862BC2-3546-449E-A95F-995B16BC1974}" destId="{BD2F24CD-377B-4DF9-9FDD-1DA8E29DA7E1}" srcOrd="0" destOrd="0" presId="urn:microsoft.com/office/officeart/2005/8/layout/orgChart1"/>
    <dgm:cxn modelId="{FFF61545-0CF4-4D20-8672-F93B9BB50C83}" type="presOf" srcId="{A3E7CB71-8DB0-40B7-917A-9EFF09DF7C94}" destId="{6CE1F617-68CB-436D-80B9-CB0438A646B2}" srcOrd="1" destOrd="0" presId="urn:microsoft.com/office/officeart/2005/8/layout/orgChart1"/>
    <dgm:cxn modelId="{B1F86777-2F13-4118-8AC6-4B8F35AAAA51}" srcId="{054BC006-EAFB-49F9-B788-D20DE759F8A6}" destId="{DF1B6CA6-C964-4A01-880F-9DCEDB0DF186}" srcOrd="1" destOrd="0" parTransId="{9699ACB9-3E74-4B39-938E-AD8AFF14F0AE}" sibTransId="{1DBEB2F7-1B14-4EF4-BBAE-8540F1EA51D6}"/>
    <dgm:cxn modelId="{5233C16F-2134-4674-B58B-7B567175ADE7}" type="presOf" srcId="{397D46A1-DE16-4DFD-AF10-8A565CE31C5E}" destId="{7296ECE7-799C-4EEA-95A9-16EAC0A90D14}" srcOrd="0" destOrd="0" presId="urn:microsoft.com/office/officeart/2005/8/layout/orgChart1"/>
    <dgm:cxn modelId="{44C3AE97-1DF6-4957-A10E-917C48E60A58}" type="presOf" srcId="{E503C1C0-D496-4D76-9981-816F634C1CAF}" destId="{428B5D38-2E6B-41A9-B666-E3D3E8154188}" srcOrd="1" destOrd="0" presId="urn:microsoft.com/office/officeart/2005/8/layout/orgChart1"/>
    <dgm:cxn modelId="{28A01783-0B0E-48B9-ADEF-893D39349156}" type="presOf" srcId="{763B518F-C5F1-4153-92C1-461FD5950E68}" destId="{37DFACEA-1063-429B-84C2-C7D96A1FEC15}" srcOrd="0" destOrd="0" presId="urn:microsoft.com/office/officeart/2005/8/layout/orgChart1"/>
    <dgm:cxn modelId="{91F22C18-04C0-42CC-8756-D6C1FEBA4543}" type="presOf" srcId="{054BC006-EAFB-49F9-B788-D20DE759F8A6}" destId="{73343CC0-ED9C-4A85-8AEE-A856AB67895F}" srcOrd="1" destOrd="0" presId="urn:microsoft.com/office/officeart/2005/8/layout/orgChart1"/>
    <dgm:cxn modelId="{6BCE652C-9BEC-4C05-8D81-915A195FDA7A}" type="presOf" srcId="{61DD2841-05A7-42D3-A613-5D140BDFFBDD}" destId="{8ED56F1E-625C-4E42-80E0-4129C5D704FA}" srcOrd="0" destOrd="0" presId="urn:microsoft.com/office/officeart/2005/8/layout/orgChart1"/>
    <dgm:cxn modelId="{01C9E7A3-2CD5-47B1-9DFE-B9F32E0EEEC0}" srcId="{054BC006-EAFB-49F9-B788-D20DE759F8A6}" destId="{A3E7CB71-8DB0-40B7-917A-9EFF09DF7C94}" srcOrd="5" destOrd="0" parTransId="{386165AB-53A0-499D-BE63-6796AA7FA6D4}" sibTransId="{8758580C-3C4C-4565-AEBC-5FB0BC9A4ADC}"/>
    <dgm:cxn modelId="{54275841-B5C5-4E91-8061-A169760F0FFE}" type="presOf" srcId="{065C8C1C-BDC5-45C6-BE8B-320440E1A411}" destId="{E8C022B2-3C6B-4EBC-A606-D58BAC8C79DB}" srcOrd="1" destOrd="0" presId="urn:microsoft.com/office/officeart/2005/8/layout/orgChart1"/>
    <dgm:cxn modelId="{2E515C46-72FC-4CE7-9425-DE2597115B24}" type="presOf" srcId="{D9FD3CA7-75E7-46FD-991A-9AC025FBCD76}" destId="{9598C912-C15B-49A1-9725-651505901D07}" srcOrd="1" destOrd="0" presId="urn:microsoft.com/office/officeart/2005/8/layout/orgChart1"/>
    <dgm:cxn modelId="{D2AE32F8-358E-4031-A346-6C14A3A3848F}" srcId="{A3E7CB71-8DB0-40B7-917A-9EFF09DF7C94}" destId="{61DD2841-05A7-42D3-A613-5D140BDFFBDD}" srcOrd="0" destOrd="0" parTransId="{310B1C10-7558-41AC-810D-81D1997D910D}" sibTransId="{93657CB2-AD43-4DDF-912F-69CD011ACA9B}"/>
    <dgm:cxn modelId="{2AA8ABCD-52E0-4C8C-8D8D-B7FF0EB0F4CE}" type="presOf" srcId="{D61BDA67-13A5-4143-B017-303FDF101426}" destId="{ADC6095A-C83D-411B-AF95-BB655ED1D5AC}" srcOrd="0" destOrd="0" presId="urn:microsoft.com/office/officeart/2005/8/layout/orgChart1"/>
    <dgm:cxn modelId="{C1294826-72D9-4EEE-8ECA-E0483FEF391E}" type="presOf" srcId="{E503C1C0-D496-4D76-9981-816F634C1CAF}" destId="{2F302829-F7D0-46B6-BA2B-EE859BAD7767}" srcOrd="0" destOrd="0" presId="urn:microsoft.com/office/officeart/2005/8/layout/orgChart1"/>
    <dgm:cxn modelId="{71ACB64C-A758-4C4D-ABE2-66284FC75DD2}" type="presOf" srcId="{61DD2841-05A7-42D3-A613-5D140BDFFBDD}" destId="{934F8189-C090-4D5C-AE00-D8DEDD062169}" srcOrd="1" destOrd="0" presId="urn:microsoft.com/office/officeart/2005/8/layout/orgChart1"/>
    <dgm:cxn modelId="{3BDCE0E1-C139-43FE-B83E-23934544AD2F}" type="presOf" srcId="{DF1B6CA6-C964-4A01-880F-9DCEDB0DF186}" destId="{CFFA103C-6874-4BFC-86A7-5B206E52C5BD}" srcOrd="1" destOrd="0" presId="urn:microsoft.com/office/officeart/2005/8/layout/orgChart1"/>
    <dgm:cxn modelId="{B69060D3-DAF7-448B-9DBA-B481A645050E}" type="presOf" srcId="{D9FD3CA7-75E7-46FD-991A-9AC025FBCD76}" destId="{1C8C7874-868E-477F-8191-AA626322746A}" srcOrd="0" destOrd="0" presId="urn:microsoft.com/office/officeart/2005/8/layout/orgChart1"/>
    <dgm:cxn modelId="{1CE0E528-1C16-4D76-8B36-A055993C4388}" type="presOf" srcId="{57A7B495-F7F9-4C8D-9A06-E5EBA32F318B}" destId="{BC6F2125-B470-4A4A-9A07-D19FCCA406BD}" srcOrd="1" destOrd="0" presId="urn:microsoft.com/office/officeart/2005/8/layout/orgChart1"/>
    <dgm:cxn modelId="{5AFCBCC8-D288-4615-9038-BF9F0C22A3CE}" srcId="{054BC006-EAFB-49F9-B788-D20DE759F8A6}" destId="{57A7B495-F7F9-4C8D-9A06-E5EBA32F318B}" srcOrd="4" destOrd="0" parTransId="{D9862BC2-3546-449E-A95F-995B16BC1974}" sibTransId="{803421D8-0D7C-4733-98DC-335662C46806}"/>
    <dgm:cxn modelId="{928B2E0D-0DAE-4953-A80B-CE680AB2173C}" srcId="{054BC006-EAFB-49F9-B788-D20DE759F8A6}" destId="{E614B53D-F907-406E-AB6F-F60B41976497}" srcOrd="3" destOrd="0" parTransId="{AB994DF1-AB1E-42A6-99FC-99201413084E}" sibTransId="{145ED4A3-006B-4523-8E9C-19D87082B4D6}"/>
    <dgm:cxn modelId="{70CA68EF-537E-44F7-8B3E-E502D7895397}" srcId="{A3E7CB71-8DB0-40B7-917A-9EFF09DF7C94}" destId="{C496DF77-1F50-4CBB-ADDE-940F0650E108}" srcOrd="1" destOrd="0" parTransId="{645D2BC3-20C0-4FDB-81D0-2C3575BC9F63}" sibTransId="{6CF260DF-A0E8-46A5-945D-349180BA780B}"/>
    <dgm:cxn modelId="{AFF2BBDA-55C8-46FA-9F99-98DB2FE9DABD}" type="presOf" srcId="{645D2BC3-20C0-4FDB-81D0-2C3575BC9F63}" destId="{F18846B5-A261-43AC-9B55-585B97BD2DB8}" srcOrd="0" destOrd="0" presId="urn:microsoft.com/office/officeart/2005/8/layout/orgChart1"/>
    <dgm:cxn modelId="{5B57DE35-9818-4823-8577-42266440E397}" type="presOf" srcId="{AB994DF1-AB1E-42A6-99FC-99201413084E}" destId="{EDAF5F8A-25FF-45E5-A417-CC4841D8A861}" srcOrd="0" destOrd="0" presId="urn:microsoft.com/office/officeart/2005/8/layout/orgChart1"/>
    <dgm:cxn modelId="{2A92DD41-81B6-45B6-8E56-1EC25E1BC058}" type="presParOf" srcId="{ADC6095A-C83D-411B-AF95-BB655ED1D5AC}" destId="{112A7CF0-4D58-4C45-8F96-52864D947F85}" srcOrd="0" destOrd="0" presId="urn:microsoft.com/office/officeart/2005/8/layout/orgChart1"/>
    <dgm:cxn modelId="{5928A23E-B928-4F29-A6F4-9E03D66BDA5A}" type="presParOf" srcId="{112A7CF0-4D58-4C45-8F96-52864D947F85}" destId="{E86AA3BF-37A4-4664-9843-02969491C3D6}" srcOrd="0" destOrd="0" presId="urn:microsoft.com/office/officeart/2005/8/layout/orgChart1"/>
    <dgm:cxn modelId="{D11B62DA-CB68-4DFA-9E2E-4A1DD69442B8}" type="presParOf" srcId="{E86AA3BF-37A4-4664-9843-02969491C3D6}" destId="{390C65B0-761E-494E-B1E4-1278AE54E81C}" srcOrd="0" destOrd="0" presId="urn:microsoft.com/office/officeart/2005/8/layout/orgChart1"/>
    <dgm:cxn modelId="{686CA649-16F5-42D9-9925-8C043A3F29E4}" type="presParOf" srcId="{E86AA3BF-37A4-4664-9843-02969491C3D6}" destId="{73343CC0-ED9C-4A85-8AEE-A856AB67895F}" srcOrd="1" destOrd="0" presId="urn:microsoft.com/office/officeart/2005/8/layout/orgChart1"/>
    <dgm:cxn modelId="{F965DBF2-7460-4C32-9162-1F5BCA2175FC}" type="presParOf" srcId="{112A7CF0-4D58-4C45-8F96-52864D947F85}" destId="{BE17DA5A-F91B-42D3-86E8-ECD03F262D0E}" srcOrd="1" destOrd="0" presId="urn:microsoft.com/office/officeart/2005/8/layout/orgChart1"/>
    <dgm:cxn modelId="{6B5FD91E-3F0E-4528-8CA3-8FF3FAF251E7}" type="presParOf" srcId="{BE17DA5A-F91B-42D3-86E8-ECD03F262D0E}" destId="{6642BD91-5736-4BE7-B0D9-517B1B6EC1DA}" srcOrd="0" destOrd="0" presId="urn:microsoft.com/office/officeart/2005/8/layout/orgChart1"/>
    <dgm:cxn modelId="{0DF8D773-4E86-4CEA-B2B0-1A5850FEB663}" type="presParOf" srcId="{BE17DA5A-F91B-42D3-86E8-ECD03F262D0E}" destId="{05D5B37C-8858-4B0B-81C1-CFBCAFC08AAA}" srcOrd="1" destOrd="0" presId="urn:microsoft.com/office/officeart/2005/8/layout/orgChart1"/>
    <dgm:cxn modelId="{31B665E7-9BEA-4908-A671-2300498679B0}" type="presParOf" srcId="{05D5B37C-8858-4B0B-81C1-CFBCAFC08AAA}" destId="{D36010EA-CFF0-47BC-B372-8197D18ADC1F}" srcOrd="0" destOrd="0" presId="urn:microsoft.com/office/officeart/2005/8/layout/orgChart1"/>
    <dgm:cxn modelId="{1C4CE179-79F9-4F72-BDC0-72E45035BE5E}" type="presParOf" srcId="{D36010EA-CFF0-47BC-B372-8197D18ADC1F}" destId="{EA6AE112-DCDA-41E7-A6BC-81B3651A7FBF}" srcOrd="0" destOrd="0" presId="urn:microsoft.com/office/officeart/2005/8/layout/orgChart1"/>
    <dgm:cxn modelId="{644807B9-7DE2-413E-AF23-EA06213DDD9A}" type="presParOf" srcId="{D36010EA-CFF0-47BC-B372-8197D18ADC1F}" destId="{CFFA103C-6874-4BFC-86A7-5B206E52C5BD}" srcOrd="1" destOrd="0" presId="urn:microsoft.com/office/officeart/2005/8/layout/orgChart1"/>
    <dgm:cxn modelId="{BBD7C3A5-3502-4C29-A0E0-9CF585ECD9F9}" type="presParOf" srcId="{05D5B37C-8858-4B0B-81C1-CFBCAFC08AAA}" destId="{CE097E7F-76CC-43F5-AB33-9E56352D44CD}" srcOrd="1" destOrd="0" presId="urn:microsoft.com/office/officeart/2005/8/layout/orgChart1"/>
    <dgm:cxn modelId="{0296DDCA-40BA-441F-8D07-171A6114827C}" type="presParOf" srcId="{05D5B37C-8858-4B0B-81C1-CFBCAFC08AAA}" destId="{682BE27E-8C9F-4EDF-B17F-09DB3FF31E5F}" srcOrd="2" destOrd="0" presId="urn:microsoft.com/office/officeart/2005/8/layout/orgChart1"/>
    <dgm:cxn modelId="{81DB825E-A19D-4CD7-9CA1-62FBDB0B0896}" type="presParOf" srcId="{BE17DA5A-F91B-42D3-86E8-ECD03F262D0E}" destId="{36821D98-7E34-412C-9AF2-79ECF20437A9}" srcOrd="2" destOrd="0" presId="urn:microsoft.com/office/officeart/2005/8/layout/orgChart1"/>
    <dgm:cxn modelId="{092FEC5C-8EAA-48EA-99C4-642BFA20FCB0}" type="presParOf" srcId="{BE17DA5A-F91B-42D3-86E8-ECD03F262D0E}" destId="{5795C73B-E294-46F3-BF81-A802C3FFD5AE}" srcOrd="3" destOrd="0" presId="urn:microsoft.com/office/officeart/2005/8/layout/orgChart1"/>
    <dgm:cxn modelId="{24FAA68C-38D3-4841-B139-5A9CF27AA6F6}" type="presParOf" srcId="{5795C73B-E294-46F3-BF81-A802C3FFD5AE}" destId="{F3ADF247-11E7-46C1-8311-957543C40DC9}" srcOrd="0" destOrd="0" presId="urn:microsoft.com/office/officeart/2005/8/layout/orgChart1"/>
    <dgm:cxn modelId="{1CE56E06-521D-491A-9A1E-2B618495CD1E}" type="presParOf" srcId="{F3ADF247-11E7-46C1-8311-957543C40DC9}" destId="{2F302829-F7D0-46B6-BA2B-EE859BAD7767}" srcOrd="0" destOrd="0" presId="urn:microsoft.com/office/officeart/2005/8/layout/orgChart1"/>
    <dgm:cxn modelId="{36B6DA34-18EA-4340-B742-1E98DC7AF174}" type="presParOf" srcId="{F3ADF247-11E7-46C1-8311-957543C40DC9}" destId="{428B5D38-2E6B-41A9-B666-E3D3E8154188}" srcOrd="1" destOrd="0" presId="urn:microsoft.com/office/officeart/2005/8/layout/orgChart1"/>
    <dgm:cxn modelId="{B5970FEE-6E28-45CA-B918-DA6DDF483C3A}" type="presParOf" srcId="{5795C73B-E294-46F3-BF81-A802C3FFD5AE}" destId="{EFCAFF70-9B94-4E25-96C0-033FF6527ECA}" srcOrd="1" destOrd="0" presId="urn:microsoft.com/office/officeart/2005/8/layout/orgChart1"/>
    <dgm:cxn modelId="{9B9CC8EA-CE20-47DE-8E46-0764CE13F50D}" type="presParOf" srcId="{5795C73B-E294-46F3-BF81-A802C3FFD5AE}" destId="{58A33A12-D81A-4CB7-AFE8-17B7EC56C203}" srcOrd="2" destOrd="0" presId="urn:microsoft.com/office/officeart/2005/8/layout/orgChart1"/>
    <dgm:cxn modelId="{1A5D5B0E-A4C6-4F6E-ADF2-A6F03F057A68}" type="presParOf" srcId="{BE17DA5A-F91B-42D3-86E8-ECD03F262D0E}" destId="{EDAF5F8A-25FF-45E5-A417-CC4841D8A861}" srcOrd="4" destOrd="0" presId="urn:microsoft.com/office/officeart/2005/8/layout/orgChart1"/>
    <dgm:cxn modelId="{E78E2F76-6E46-4368-B8AD-46C85908E6D6}" type="presParOf" srcId="{BE17DA5A-F91B-42D3-86E8-ECD03F262D0E}" destId="{D8E846B3-7C32-402E-A6B1-EA8BB0599CC7}" srcOrd="5" destOrd="0" presId="urn:microsoft.com/office/officeart/2005/8/layout/orgChart1"/>
    <dgm:cxn modelId="{5E68888A-3A48-4305-8CE9-DD239FF152D2}" type="presParOf" srcId="{D8E846B3-7C32-402E-A6B1-EA8BB0599CC7}" destId="{0E99E968-53E1-45D7-A688-6E006F4A5087}" srcOrd="0" destOrd="0" presId="urn:microsoft.com/office/officeart/2005/8/layout/orgChart1"/>
    <dgm:cxn modelId="{4DE73599-96AB-4A8C-8842-66536E9741B5}" type="presParOf" srcId="{0E99E968-53E1-45D7-A688-6E006F4A5087}" destId="{0556CA44-37B6-4530-B8A9-137470987D6D}" srcOrd="0" destOrd="0" presId="urn:microsoft.com/office/officeart/2005/8/layout/orgChart1"/>
    <dgm:cxn modelId="{C843EE0E-A036-4C65-AEDA-A80305B18C41}" type="presParOf" srcId="{0E99E968-53E1-45D7-A688-6E006F4A5087}" destId="{110D05AA-E551-4C20-84B5-738F83221D04}" srcOrd="1" destOrd="0" presId="urn:microsoft.com/office/officeart/2005/8/layout/orgChart1"/>
    <dgm:cxn modelId="{BB7B0837-FC67-4649-B812-A59FFBC2655B}" type="presParOf" srcId="{D8E846B3-7C32-402E-A6B1-EA8BB0599CC7}" destId="{72C37845-BB3E-4E3E-8AF7-AE0E95800A17}" srcOrd="1" destOrd="0" presId="urn:microsoft.com/office/officeart/2005/8/layout/orgChart1"/>
    <dgm:cxn modelId="{33E8B55E-6E2C-4277-B03A-217D9650D9A9}" type="presParOf" srcId="{D8E846B3-7C32-402E-A6B1-EA8BB0599CC7}" destId="{220F47EC-AB5D-440B-B040-15C0DB8F8FB7}" srcOrd="2" destOrd="0" presId="urn:microsoft.com/office/officeart/2005/8/layout/orgChart1"/>
    <dgm:cxn modelId="{499FA8F1-58C2-4B08-9BED-FA0CBC496D0C}" type="presParOf" srcId="{BE17DA5A-F91B-42D3-86E8-ECD03F262D0E}" destId="{37DFACEA-1063-429B-84C2-C7D96A1FEC15}" srcOrd="6" destOrd="0" presId="urn:microsoft.com/office/officeart/2005/8/layout/orgChart1"/>
    <dgm:cxn modelId="{AEC2F3A7-1A6A-4CE6-99B4-3D2E5F36F5F8}" type="presParOf" srcId="{BE17DA5A-F91B-42D3-86E8-ECD03F262D0E}" destId="{3DA9B950-2AB4-4D75-9FD0-B7BFECA678E4}" srcOrd="7" destOrd="0" presId="urn:microsoft.com/office/officeart/2005/8/layout/orgChart1"/>
    <dgm:cxn modelId="{5F6F5CAF-A2EC-47BD-BC7B-B747FB857BAE}" type="presParOf" srcId="{3DA9B950-2AB4-4D75-9FD0-B7BFECA678E4}" destId="{C7DEE396-47A5-417B-AE38-C1EC5660C41F}" srcOrd="0" destOrd="0" presId="urn:microsoft.com/office/officeart/2005/8/layout/orgChart1"/>
    <dgm:cxn modelId="{6A3150A7-67C4-435A-86F0-62D2CF40D94C}" type="presParOf" srcId="{C7DEE396-47A5-417B-AE38-C1EC5660C41F}" destId="{51FC9C52-D6DF-40D3-8509-0769B400A10B}" srcOrd="0" destOrd="0" presId="urn:microsoft.com/office/officeart/2005/8/layout/orgChart1"/>
    <dgm:cxn modelId="{717AA7E9-61A5-4893-85C7-893B2DB5DE7D}" type="presParOf" srcId="{C7DEE396-47A5-417B-AE38-C1EC5660C41F}" destId="{E8C022B2-3C6B-4EBC-A606-D58BAC8C79DB}" srcOrd="1" destOrd="0" presId="urn:microsoft.com/office/officeart/2005/8/layout/orgChart1"/>
    <dgm:cxn modelId="{50B5597A-74FA-43D9-B4C1-EAEB674D1B85}" type="presParOf" srcId="{3DA9B950-2AB4-4D75-9FD0-B7BFECA678E4}" destId="{C11DF6D4-2722-4B78-B6F6-8D1EF9FC687C}" srcOrd="1" destOrd="0" presId="urn:microsoft.com/office/officeart/2005/8/layout/orgChart1"/>
    <dgm:cxn modelId="{C222E62F-538C-424F-9258-1DF45650736D}" type="presParOf" srcId="{3DA9B950-2AB4-4D75-9FD0-B7BFECA678E4}" destId="{B71AD5DA-E1B0-4E20-9049-25813E50A894}" srcOrd="2" destOrd="0" presId="urn:microsoft.com/office/officeart/2005/8/layout/orgChart1"/>
    <dgm:cxn modelId="{D1502D9E-54A7-4014-9ABD-663268195101}" type="presParOf" srcId="{112A7CF0-4D58-4C45-8F96-52864D947F85}" destId="{664AC7A7-D544-4E12-9DED-FAC0F033304E}" srcOrd="2" destOrd="0" presId="urn:microsoft.com/office/officeart/2005/8/layout/orgChart1"/>
    <dgm:cxn modelId="{3511645F-E6F2-4B26-980D-86943BD9131F}" type="presParOf" srcId="{664AC7A7-D544-4E12-9DED-FAC0F033304E}" destId="{048E0573-BF71-438B-8738-4CAB32BED6DE}" srcOrd="0" destOrd="0" presId="urn:microsoft.com/office/officeart/2005/8/layout/orgChart1"/>
    <dgm:cxn modelId="{9C943453-BFEC-447D-9AFA-59618A32333F}" type="presParOf" srcId="{664AC7A7-D544-4E12-9DED-FAC0F033304E}" destId="{72C134B0-DBF8-49D9-8D84-11A5CEF6C3D8}" srcOrd="1" destOrd="0" presId="urn:microsoft.com/office/officeart/2005/8/layout/orgChart1"/>
    <dgm:cxn modelId="{A298287D-66C3-49A7-AD26-30876A99144C}" type="presParOf" srcId="{72C134B0-DBF8-49D9-8D84-11A5CEF6C3D8}" destId="{C57A2432-7FA2-45C2-B593-A39F57762B79}" srcOrd="0" destOrd="0" presId="urn:microsoft.com/office/officeart/2005/8/layout/orgChart1"/>
    <dgm:cxn modelId="{12D854DA-064C-4195-AF42-83302AC14BEB}" type="presParOf" srcId="{C57A2432-7FA2-45C2-B593-A39F57762B79}" destId="{1C8C7874-868E-477F-8191-AA626322746A}" srcOrd="0" destOrd="0" presId="urn:microsoft.com/office/officeart/2005/8/layout/orgChart1"/>
    <dgm:cxn modelId="{C79F6F2D-2217-47C5-AE25-C38C82431610}" type="presParOf" srcId="{C57A2432-7FA2-45C2-B593-A39F57762B79}" destId="{9598C912-C15B-49A1-9725-651505901D07}" srcOrd="1" destOrd="0" presId="urn:microsoft.com/office/officeart/2005/8/layout/orgChart1"/>
    <dgm:cxn modelId="{33A93480-D291-41F4-A9B5-0367F5D1A7C8}" type="presParOf" srcId="{72C134B0-DBF8-49D9-8D84-11A5CEF6C3D8}" destId="{25EC7278-6CF8-4FE7-B6AF-5689FCDC9FC8}" srcOrd="1" destOrd="0" presId="urn:microsoft.com/office/officeart/2005/8/layout/orgChart1"/>
    <dgm:cxn modelId="{44A52A54-A53F-4F10-8BAD-09175D6BF953}" type="presParOf" srcId="{72C134B0-DBF8-49D9-8D84-11A5CEF6C3D8}" destId="{14EF9D5F-FAB1-4DDB-9DC5-BBE1423B5A56}" srcOrd="2" destOrd="0" presId="urn:microsoft.com/office/officeart/2005/8/layout/orgChart1"/>
    <dgm:cxn modelId="{7C5083AD-83E8-4E76-A1E1-5ABD2A236879}" type="presParOf" srcId="{664AC7A7-D544-4E12-9DED-FAC0F033304E}" destId="{BD2F24CD-377B-4DF9-9FDD-1DA8E29DA7E1}" srcOrd="2" destOrd="0" presId="urn:microsoft.com/office/officeart/2005/8/layout/orgChart1"/>
    <dgm:cxn modelId="{B28C0A83-7FDF-4D40-B016-0E7F681D7AC2}" type="presParOf" srcId="{664AC7A7-D544-4E12-9DED-FAC0F033304E}" destId="{70D973C2-EDD2-4A43-89BA-139D57BA7D19}" srcOrd="3" destOrd="0" presId="urn:microsoft.com/office/officeart/2005/8/layout/orgChart1"/>
    <dgm:cxn modelId="{7960A3E9-3DE1-4C88-AC69-3342518C9D08}" type="presParOf" srcId="{70D973C2-EDD2-4A43-89BA-139D57BA7D19}" destId="{012BD7B6-23F5-454D-B36C-484D17DA469D}" srcOrd="0" destOrd="0" presId="urn:microsoft.com/office/officeart/2005/8/layout/orgChart1"/>
    <dgm:cxn modelId="{24C4CBED-D240-430D-B6FC-69C9A04CD200}" type="presParOf" srcId="{012BD7B6-23F5-454D-B36C-484D17DA469D}" destId="{21D01381-EFA7-4C4B-90E1-A4166487792B}" srcOrd="0" destOrd="0" presId="urn:microsoft.com/office/officeart/2005/8/layout/orgChart1"/>
    <dgm:cxn modelId="{70C3269F-C186-4288-8704-34B52521F71E}" type="presParOf" srcId="{012BD7B6-23F5-454D-B36C-484D17DA469D}" destId="{BC6F2125-B470-4A4A-9A07-D19FCCA406BD}" srcOrd="1" destOrd="0" presId="urn:microsoft.com/office/officeart/2005/8/layout/orgChart1"/>
    <dgm:cxn modelId="{B3869FCC-C635-4100-BFAA-8E6B791695B4}" type="presParOf" srcId="{70D973C2-EDD2-4A43-89BA-139D57BA7D19}" destId="{8E6913B8-D8C3-45B4-A38A-7D19023924D4}" srcOrd="1" destOrd="0" presId="urn:microsoft.com/office/officeart/2005/8/layout/orgChart1"/>
    <dgm:cxn modelId="{C490FDC5-8C24-4F88-A0B9-CFA66EC37AB3}" type="presParOf" srcId="{8E6913B8-D8C3-45B4-A38A-7D19023924D4}" destId="{7296ECE7-799C-4EEA-95A9-16EAC0A90D14}" srcOrd="0" destOrd="0" presId="urn:microsoft.com/office/officeart/2005/8/layout/orgChart1"/>
    <dgm:cxn modelId="{B102C448-2A1B-4028-AB0D-609E8A461142}" type="presParOf" srcId="{8E6913B8-D8C3-45B4-A38A-7D19023924D4}" destId="{4E283A6E-2D94-4DEE-BC97-51F700640739}" srcOrd="1" destOrd="0" presId="urn:microsoft.com/office/officeart/2005/8/layout/orgChart1"/>
    <dgm:cxn modelId="{47809865-A2EF-4CE2-8A01-6535055501C8}" type="presParOf" srcId="{4E283A6E-2D94-4DEE-BC97-51F700640739}" destId="{AAD092B1-B61A-45C9-B2CA-E6BE574FCE0B}" srcOrd="0" destOrd="0" presId="urn:microsoft.com/office/officeart/2005/8/layout/orgChart1"/>
    <dgm:cxn modelId="{F9FF63B7-D1A2-4DC3-8841-D89A17B402BF}" type="presParOf" srcId="{AAD092B1-B61A-45C9-B2CA-E6BE574FCE0B}" destId="{D28D0720-DEF9-41F6-A5AA-A434ED022588}" srcOrd="0" destOrd="0" presId="urn:microsoft.com/office/officeart/2005/8/layout/orgChart1"/>
    <dgm:cxn modelId="{F52CD1B5-8225-41A1-99F4-2910FDAEB4B8}" type="presParOf" srcId="{AAD092B1-B61A-45C9-B2CA-E6BE574FCE0B}" destId="{72AC9B11-D1E2-44A5-91CA-E31C8A54F795}" srcOrd="1" destOrd="0" presId="urn:microsoft.com/office/officeart/2005/8/layout/orgChart1"/>
    <dgm:cxn modelId="{07F7D639-D985-4BF2-9B1B-EEF76F051CC6}" type="presParOf" srcId="{4E283A6E-2D94-4DEE-BC97-51F700640739}" destId="{55DFF1D4-A46E-4596-90F1-D51B1719E378}" srcOrd="1" destOrd="0" presId="urn:microsoft.com/office/officeart/2005/8/layout/orgChart1"/>
    <dgm:cxn modelId="{734ED4EF-698A-4C4F-961D-766172EF68BC}" type="presParOf" srcId="{4E283A6E-2D94-4DEE-BC97-51F700640739}" destId="{1571DE21-4E81-4FFE-B28F-A0511EBB4500}" srcOrd="2" destOrd="0" presId="urn:microsoft.com/office/officeart/2005/8/layout/orgChart1"/>
    <dgm:cxn modelId="{B08A0FB3-DE1F-462C-8544-32BFB45F98E5}" type="presParOf" srcId="{70D973C2-EDD2-4A43-89BA-139D57BA7D19}" destId="{9223889B-FEF5-4239-A634-7A566B46B1ED}" srcOrd="2" destOrd="0" presId="urn:microsoft.com/office/officeart/2005/8/layout/orgChart1"/>
    <dgm:cxn modelId="{5046D675-B1DF-4505-8147-87ECBE5F05AF}" type="presParOf" srcId="{664AC7A7-D544-4E12-9DED-FAC0F033304E}" destId="{FB7330DB-6509-43E4-A74F-12384EE54FD8}" srcOrd="4" destOrd="0" presId="urn:microsoft.com/office/officeart/2005/8/layout/orgChart1"/>
    <dgm:cxn modelId="{02230D48-EEAC-4E4F-A781-4B287EDACD85}" type="presParOf" srcId="{664AC7A7-D544-4E12-9DED-FAC0F033304E}" destId="{FD0D3B5E-B7DE-4758-B53E-ECB2DAA283BF}" srcOrd="5" destOrd="0" presId="urn:microsoft.com/office/officeart/2005/8/layout/orgChart1"/>
    <dgm:cxn modelId="{DA1982E3-435D-4016-BCCB-46C547B82908}" type="presParOf" srcId="{FD0D3B5E-B7DE-4758-B53E-ECB2DAA283BF}" destId="{ECC19D01-8AB6-4418-98EC-39114A16B5B9}" srcOrd="0" destOrd="0" presId="urn:microsoft.com/office/officeart/2005/8/layout/orgChart1"/>
    <dgm:cxn modelId="{C44CE656-6D6F-456E-930B-23D753BEB2B5}" type="presParOf" srcId="{ECC19D01-8AB6-4418-98EC-39114A16B5B9}" destId="{66BB009C-B1D5-4140-AF50-D2974DB07B39}" srcOrd="0" destOrd="0" presId="urn:microsoft.com/office/officeart/2005/8/layout/orgChart1"/>
    <dgm:cxn modelId="{C2C43C07-CAAF-465E-99F7-C007117CF3CC}" type="presParOf" srcId="{ECC19D01-8AB6-4418-98EC-39114A16B5B9}" destId="{6CE1F617-68CB-436D-80B9-CB0438A646B2}" srcOrd="1" destOrd="0" presId="urn:microsoft.com/office/officeart/2005/8/layout/orgChart1"/>
    <dgm:cxn modelId="{246A9D4D-8818-4649-8558-078D1EB481B3}" type="presParOf" srcId="{FD0D3B5E-B7DE-4758-B53E-ECB2DAA283BF}" destId="{5CA494EA-C9D6-447D-962B-DE32CA29CBE2}" srcOrd="1" destOrd="0" presId="urn:microsoft.com/office/officeart/2005/8/layout/orgChart1"/>
    <dgm:cxn modelId="{D9150158-A5D3-4B59-9EB1-05500AEF7807}" type="presParOf" srcId="{5CA494EA-C9D6-447D-962B-DE32CA29CBE2}" destId="{A6CA73C2-830D-4EDC-84AC-C518F4009854}" srcOrd="0" destOrd="0" presId="urn:microsoft.com/office/officeart/2005/8/layout/orgChart1"/>
    <dgm:cxn modelId="{315E5180-9792-4EE3-872A-59292FE7CD00}" type="presParOf" srcId="{5CA494EA-C9D6-447D-962B-DE32CA29CBE2}" destId="{8D6AC205-4FA2-4571-A85A-CF7C67E869C2}" srcOrd="1" destOrd="0" presId="urn:microsoft.com/office/officeart/2005/8/layout/orgChart1"/>
    <dgm:cxn modelId="{01316332-9AB6-44AB-939C-A94B0DE8FE4A}" type="presParOf" srcId="{8D6AC205-4FA2-4571-A85A-CF7C67E869C2}" destId="{6EFA4A76-6E9D-48F5-9F35-A2E3DB6D44B2}" srcOrd="0" destOrd="0" presId="urn:microsoft.com/office/officeart/2005/8/layout/orgChart1"/>
    <dgm:cxn modelId="{2D128E83-4529-4750-A9AC-3F5A0B6462C8}" type="presParOf" srcId="{6EFA4A76-6E9D-48F5-9F35-A2E3DB6D44B2}" destId="{8ED56F1E-625C-4E42-80E0-4129C5D704FA}" srcOrd="0" destOrd="0" presId="urn:microsoft.com/office/officeart/2005/8/layout/orgChart1"/>
    <dgm:cxn modelId="{28FA367D-2EAF-4BCF-BAB7-0C436FEEEE2D}" type="presParOf" srcId="{6EFA4A76-6E9D-48F5-9F35-A2E3DB6D44B2}" destId="{934F8189-C090-4D5C-AE00-D8DEDD062169}" srcOrd="1" destOrd="0" presId="urn:microsoft.com/office/officeart/2005/8/layout/orgChart1"/>
    <dgm:cxn modelId="{87C96548-E939-4B4E-9840-39C5ACB6870F}" type="presParOf" srcId="{8D6AC205-4FA2-4571-A85A-CF7C67E869C2}" destId="{82475B88-D104-46A7-AABF-C82068429533}" srcOrd="1" destOrd="0" presId="urn:microsoft.com/office/officeart/2005/8/layout/orgChart1"/>
    <dgm:cxn modelId="{D045805D-4D4B-4A6D-8C36-69F3E8174E81}" type="presParOf" srcId="{8D6AC205-4FA2-4571-A85A-CF7C67E869C2}" destId="{A8793C5D-41B1-4E8E-91E9-ED206A8BDBAD}" srcOrd="2" destOrd="0" presId="urn:microsoft.com/office/officeart/2005/8/layout/orgChart1"/>
    <dgm:cxn modelId="{0B2B5727-5D70-4C73-A0BC-8E84FB5DDE05}" type="presParOf" srcId="{5CA494EA-C9D6-447D-962B-DE32CA29CBE2}" destId="{F18846B5-A261-43AC-9B55-585B97BD2DB8}" srcOrd="2" destOrd="0" presId="urn:microsoft.com/office/officeart/2005/8/layout/orgChart1"/>
    <dgm:cxn modelId="{0AFDEEEC-54F2-4113-A26E-B8631237F9FD}" type="presParOf" srcId="{5CA494EA-C9D6-447D-962B-DE32CA29CBE2}" destId="{5F4696E9-B61A-41C7-8C60-F15D81A6EAA3}" srcOrd="3" destOrd="0" presId="urn:microsoft.com/office/officeart/2005/8/layout/orgChart1"/>
    <dgm:cxn modelId="{D91A0EBB-9074-425A-A415-B61A4AF9EB00}" type="presParOf" srcId="{5F4696E9-B61A-41C7-8C60-F15D81A6EAA3}" destId="{7736165E-4085-4BD7-BCE0-5749CE739228}" srcOrd="0" destOrd="0" presId="urn:microsoft.com/office/officeart/2005/8/layout/orgChart1"/>
    <dgm:cxn modelId="{5E230113-A984-41F7-9EBA-26BA6702F996}" type="presParOf" srcId="{7736165E-4085-4BD7-BCE0-5749CE739228}" destId="{B17B3FD8-9A94-44D0-B6A6-097D45B79F37}" srcOrd="0" destOrd="0" presId="urn:microsoft.com/office/officeart/2005/8/layout/orgChart1"/>
    <dgm:cxn modelId="{621D93DF-E34F-47DD-B0B6-D8A5E0F833EC}" type="presParOf" srcId="{7736165E-4085-4BD7-BCE0-5749CE739228}" destId="{1E6AC627-0A0E-4558-AB35-9B71115362CF}" srcOrd="1" destOrd="0" presId="urn:microsoft.com/office/officeart/2005/8/layout/orgChart1"/>
    <dgm:cxn modelId="{5EC5B6FC-62E1-45D8-81F3-7CF2ACA167D0}" type="presParOf" srcId="{5F4696E9-B61A-41C7-8C60-F15D81A6EAA3}" destId="{050F9180-4C93-4970-B2B6-13EF1CE28E96}" srcOrd="1" destOrd="0" presId="urn:microsoft.com/office/officeart/2005/8/layout/orgChart1"/>
    <dgm:cxn modelId="{7B486BF1-E248-4AB9-9A4B-83B7670EC010}" type="presParOf" srcId="{5F4696E9-B61A-41C7-8C60-F15D81A6EAA3}" destId="{02F365F9-59C9-4A70-8375-AE73F5E040FF}" srcOrd="2" destOrd="0" presId="urn:microsoft.com/office/officeart/2005/8/layout/orgChart1"/>
    <dgm:cxn modelId="{33E88E38-1D70-4439-8301-53C516C4A9AC}" type="presParOf" srcId="{FD0D3B5E-B7DE-4758-B53E-ECB2DAA283BF}" destId="{979115F0-832F-424D-B796-F61F3F2FAD6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8846B5-A261-43AC-9B55-585B97BD2DB8}">
      <dsp:nvSpPr>
        <dsp:cNvPr id="0" name=""/>
        <dsp:cNvSpPr/>
      </dsp:nvSpPr>
      <dsp:spPr>
        <a:xfrm>
          <a:off x="1966662" y="2919811"/>
          <a:ext cx="132177" cy="629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9167"/>
              </a:lnTo>
              <a:lnTo>
                <a:pt x="132177" y="6291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CA73C2-830D-4EDC-84AC-C518F4009854}">
      <dsp:nvSpPr>
        <dsp:cNvPr id="0" name=""/>
        <dsp:cNvSpPr/>
      </dsp:nvSpPr>
      <dsp:spPr>
        <a:xfrm>
          <a:off x="1834484" y="2919811"/>
          <a:ext cx="132177" cy="629167"/>
        </a:xfrm>
        <a:custGeom>
          <a:avLst/>
          <a:gdLst/>
          <a:ahLst/>
          <a:cxnLst/>
          <a:rect l="0" t="0" r="0" b="0"/>
          <a:pathLst>
            <a:path>
              <a:moveTo>
                <a:pt x="132177" y="0"/>
              </a:moveTo>
              <a:lnTo>
                <a:pt x="132177" y="629167"/>
              </a:lnTo>
              <a:lnTo>
                <a:pt x="0" y="6291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7330DB-6509-43E4-A74F-12384EE54FD8}">
      <dsp:nvSpPr>
        <dsp:cNvPr id="0" name=""/>
        <dsp:cNvSpPr/>
      </dsp:nvSpPr>
      <dsp:spPr>
        <a:xfrm>
          <a:off x="2883153" y="789605"/>
          <a:ext cx="1180846" cy="1815496"/>
        </a:xfrm>
        <a:custGeom>
          <a:avLst/>
          <a:gdLst/>
          <a:ahLst/>
          <a:cxnLst/>
          <a:rect l="0" t="0" r="0" b="0"/>
          <a:pathLst>
            <a:path>
              <a:moveTo>
                <a:pt x="1180846" y="0"/>
              </a:moveTo>
              <a:lnTo>
                <a:pt x="1180846" y="1815496"/>
              </a:lnTo>
              <a:lnTo>
                <a:pt x="0" y="1815496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96ECE7-799C-4EEA-95A9-16EAC0A90D14}">
      <dsp:nvSpPr>
        <dsp:cNvPr id="0" name=""/>
        <dsp:cNvSpPr/>
      </dsp:nvSpPr>
      <dsp:spPr>
        <a:xfrm>
          <a:off x="6169187" y="1683380"/>
          <a:ext cx="91440" cy="6526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526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2F24CD-377B-4DF9-9FDD-1DA8E29DA7E1}">
      <dsp:nvSpPr>
        <dsp:cNvPr id="0" name=""/>
        <dsp:cNvSpPr/>
      </dsp:nvSpPr>
      <dsp:spPr>
        <a:xfrm>
          <a:off x="4064000" y="789605"/>
          <a:ext cx="1234416" cy="57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065"/>
              </a:lnTo>
              <a:lnTo>
                <a:pt x="1234416" y="5790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8E0573-BF71-438B-8738-4CAB32BED6DE}">
      <dsp:nvSpPr>
        <dsp:cNvPr id="0" name=""/>
        <dsp:cNvSpPr/>
      </dsp:nvSpPr>
      <dsp:spPr>
        <a:xfrm>
          <a:off x="2886621" y="789605"/>
          <a:ext cx="1177378" cy="579065"/>
        </a:xfrm>
        <a:custGeom>
          <a:avLst/>
          <a:gdLst/>
          <a:ahLst/>
          <a:cxnLst/>
          <a:rect l="0" t="0" r="0" b="0"/>
          <a:pathLst>
            <a:path>
              <a:moveTo>
                <a:pt x="1177378" y="0"/>
              </a:moveTo>
              <a:lnTo>
                <a:pt x="1177378" y="579065"/>
              </a:lnTo>
              <a:lnTo>
                <a:pt x="0" y="5790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DFACEA-1063-429B-84C2-C7D96A1FEC15}">
      <dsp:nvSpPr>
        <dsp:cNvPr id="0" name=""/>
        <dsp:cNvSpPr/>
      </dsp:nvSpPr>
      <dsp:spPr>
        <a:xfrm>
          <a:off x="4064000" y="789605"/>
          <a:ext cx="3146005" cy="3839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07277"/>
              </a:lnTo>
              <a:lnTo>
                <a:pt x="3146005" y="3707277"/>
              </a:lnTo>
              <a:lnTo>
                <a:pt x="3146005" y="383945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AF5F8A-25FF-45E5-A417-CC4841D8A861}">
      <dsp:nvSpPr>
        <dsp:cNvPr id="0" name=""/>
        <dsp:cNvSpPr/>
      </dsp:nvSpPr>
      <dsp:spPr>
        <a:xfrm>
          <a:off x="4064000" y="789605"/>
          <a:ext cx="1048668" cy="3839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07277"/>
              </a:lnTo>
              <a:lnTo>
                <a:pt x="1048668" y="3707277"/>
              </a:lnTo>
              <a:lnTo>
                <a:pt x="1048668" y="383945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821D98-7E34-412C-9AF2-79ECF20437A9}">
      <dsp:nvSpPr>
        <dsp:cNvPr id="0" name=""/>
        <dsp:cNvSpPr/>
      </dsp:nvSpPr>
      <dsp:spPr>
        <a:xfrm>
          <a:off x="3015331" y="789605"/>
          <a:ext cx="1048668" cy="3839455"/>
        </a:xfrm>
        <a:custGeom>
          <a:avLst/>
          <a:gdLst/>
          <a:ahLst/>
          <a:cxnLst/>
          <a:rect l="0" t="0" r="0" b="0"/>
          <a:pathLst>
            <a:path>
              <a:moveTo>
                <a:pt x="1048668" y="0"/>
              </a:moveTo>
              <a:lnTo>
                <a:pt x="1048668" y="3707277"/>
              </a:lnTo>
              <a:lnTo>
                <a:pt x="0" y="3707277"/>
              </a:lnTo>
              <a:lnTo>
                <a:pt x="0" y="383945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42BD91-5736-4BE7-B0D9-517B1B6EC1DA}">
      <dsp:nvSpPr>
        <dsp:cNvPr id="0" name=""/>
        <dsp:cNvSpPr/>
      </dsp:nvSpPr>
      <dsp:spPr>
        <a:xfrm>
          <a:off x="917994" y="789605"/>
          <a:ext cx="3146005" cy="3839455"/>
        </a:xfrm>
        <a:custGeom>
          <a:avLst/>
          <a:gdLst/>
          <a:ahLst/>
          <a:cxnLst/>
          <a:rect l="0" t="0" r="0" b="0"/>
          <a:pathLst>
            <a:path>
              <a:moveTo>
                <a:pt x="3146005" y="0"/>
              </a:moveTo>
              <a:lnTo>
                <a:pt x="3146005" y="3707277"/>
              </a:lnTo>
              <a:lnTo>
                <a:pt x="0" y="3707277"/>
              </a:lnTo>
              <a:lnTo>
                <a:pt x="0" y="383945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0C65B0-761E-494E-B1E4-1278AE54E81C}">
      <dsp:nvSpPr>
        <dsp:cNvPr id="0" name=""/>
        <dsp:cNvSpPr/>
      </dsp:nvSpPr>
      <dsp:spPr>
        <a:xfrm>
          <a:off x="3147509" y="160186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Kdt</a:t>
          </a:r>
          <a:endParaRPr lang="de-DE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Hptm</a:t>
          </a:r>
          <a:r>
            <a:rPr lang="de-DE" sz="1100" kern="1200" dirty="0" smtClean="0"/>
            <a:t> Andri Halter</a:t>
          </a:r>
          <a:endParaRPr lang="de-DE" sz="1100" kern="1200" dirty="0"/>
        </a:p>
      </dsp:txBody>
      <dsp:txXfrm>
        <a:off x="3147509" y="160186"/>
        <a:ext cx="1832981" cy="629418"/>
      </dsp:txXfrm>
    </dsp:sp>
    <dsp:sp modelId="{EA6AE112-DCDA-41E7-A6BC-81B3651A7FBF}">
      <dsp:nvSpPr>
        <dsp:cNvPr id="0" name=""/>
        <dsp:cNvSpPr/>
      </dsp:nvSpPr>
      <dsp:spPr>
        <a:xfrm>
          <a:off x="1503" y="4629061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smtClean="0"/>
            <a:t>Zug SERVIZIO</a:t>
          </a:r>
          <a:endParaRPr lang="de-DE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Lt</a:t>
          </a:r>
          <a:r>
            <a:rPr lang="de-DE" sz="1100" kern="1200" dirty="0" smtClean="0"/>
            <a:t> Peter </a:t>
          </a:r>
          <a:r>
            <a:rPr lang="de-DE" sz="1100" kern="1200" dirty="0" err="1" smtClean="0"/>
            <a:t>Langjahr</a:t>
          </a:r>
          <a:endParaRPr lang="de-DE" sz="1100" kern="1200" dirty="0"/>
        </a:p>
      </dsp:txBody>
      <dsp:txXfrm>
        <a:off x="1503" y="4629061"/>
        <a:ext cx="1832981" cy="629418"/>
      </dsp:txXfrm>
    </dsp:sp>
    <dsp:sp modelId="{2F302829-F7D0-46B6-BA2B-EE859BAD7767}">
      <dsp:nvSpPr>
        <dsp:cNvPr id="0" name=""/>
        <dsp:cNvSpPr/>
      </dsp:nvSpPr>
      <dsp:spPr>
        <a:xfrm>
          <a:off x="2098840" y="4629061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smtClean="0"/>
            <a:t>Zug AMBOSS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Lt</a:t>
          </a:r>
          <a:r>
            <a:rPr lang="de-DE" sz="1100" kern="1200" dirty="0" smtClean="0"/>
            <a:t> Philippe </a:t>
          </a:r>
          <a:r>
            <a:rPr lang="de-DE" sz="1100" kern="1200" dirty="0" err="1" smtClean="0"/>
            <a:t>Schaulin</a:t>
          </a:r>
          <a:endParaRPr lang="de-DE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Lt</a:t>
          </a:r>
          <a:r>
            <a:rPr lang="de-DE" sz="1100" kern="1200" dirty="0" smtClean="0"/>
            <a:t> Sandro Degen</a:t>
          </a:r>
          <a:endParaRPr lang="de-DE" sz="1100" kern="1200" dirty="0"/>
        </a:p>
      </dsp:txBody>
      <dsp:txXfrm>
        <a:off x="2098840" y="4629061"/>
        <a:ext cx="1832981" cy="629418"/>
      </dsp:txXfrm>
    </dsp:sp>
    <dsp:sp modelId="{0556CA44-37B6-4530-B8A9-137470987D6D}">
      <dsp:nvSpPr>
        <dsp:cNvPr id="0" name=""/>
        <dsp:cNvSpPr/>
      </dsp:nvSpPr>
      <dsp:spPr>
        <a:xfrm>
          <a:off x="4196177" y="4629061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smtClean="0"/>
            <a:t>Zug BIVIO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Lt</a:t>
          </a:r>
          <a:r>
            <a:rPr lang="de-DE" sz="1100" kern="1200" dirty="0" smtClean="0"/>
            <a:t> Lorenzo Senn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Lt</a:t>
          </a:r>
          <a:r>
            <a:rPr lang="de-DE" sz="1100" kern="1200" dirty="0" smtClean="0"/>
            <a:t> Robin </a:t>
          </a:r>
          <a:r>
            <a:rPr lang="de-DE" sz="1100" kern="1200" dirty="0" err="1" smtClean="0"/>
            <a:t>Fanger</a:t>
          </a:r>
          <a:endParaRPr lang="de-DE" sz="1100" kern="1200" dirty="0"/>
        </a:p>
      </dsp:txBody>
      <dsp:txXfrm>
        <a:off x="4196177" y="4629061"/>
        <a:ext cx="1832981" cy="629418"/>
      </dsp:txXfrm>
    </dsp:sp>
    <dsp:sp modelId="{51FC9C52-D6DF-40D3-8509-0769B400A10B}">
      <dsp:nvSpPr>
        <dsp:cNvPr id="0" name=""/>
        <dsp:cNvSpPr/>
      </dsp:nvSpPr>
      <dsp:spPr>
        <a:xfrm>
          <a:off x="6293515" y="4629061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smtClean="0"/>
            <a:t>Zug CANALE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Oblt</a:t>
          </a:r>
          <a:r>
            <a:rPr lang="de-DE" sz="1100" kern="1200" dirty="0" smtClean="0"/>
            <a:t> Benjamin </a:t>
          </a:r>
          <a:r>
            <a:rPr lang="de-DE" sz="1100" kern="1200" dirty="0" err="1" smtClean="0"/>
            <a:t>Sarasin</a:t>
          </a:r>
          <a:endParaRPr lang="de-DE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Lt</a:t>
          </a:r>
          <a:r>
            <a:rPr lang="de-DE" sz="1100" kern="1200" dirty="0" smtClean="0"/>
            <a:t> Jonas Koch </a:t>
          </a:r>
          <a:endParaRPr lang="de-DE" sz="1100" kern="1200" dirty="0"/>
        </a:p>
      </dsp:txBody>
      <dsp:txXfrm>
        <a:off x="6293515" y="4629061"/>
        <a:ext cx="1832981" cy="629418"/>
      </dsp:txXfrm>
    </dsp:sp>
    <dsp:sp modelId="{1C8C7874-868E-477F-8191-AA626322746A}">
      <dsp:nvSpPr>
        <dsp:cNvPr id="0" name=""/>
        <dsp:cNvSpPr/>
      </dsp:nvSpPr>
      <dsp:spPr>
        <a:xfrm>
          <a:off x="1053640" y="1053961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Einh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Four</a:t>
          </a:r>
          <a:endParaRPr lang="de-DE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Four</a:t>
          </a:r>
          <a:r>
            <a:rPr lang="de-DE" sz="1100" kern="1200" dirty="0" smtClean="0"/>
            <a:t> Raphael </a:t>
          </a:r>
          <a:r>
            <a:rPr lang="de-DE" sz="1100" kern="1200" dirty="0" err="1" smtClean="0"/>
            <a:t>Rudin</a:t>
          </a:r>
          <a:endParaRPr lang="de-DE" sz="1100" kern="1200" dirty="0"/>
        </a:p>
      </dsp:txBody>
      <dsp:txXfrm>
        <a:off x="1053640" y="1053961"/>
        <a:ext cx="1832981" cy="629418"/>
      </dsp:txXfrm>
    </dsp:sp>
    <dsp:sp modelId="{21D01381-EFA7-4C4B-90E1-A4166487792B}">
      <dsp:nvSpPr>
        <dsp:cNvPr id="0" name=""/>
        <dsp:cNvSpPr/>
      </dsp:nvSpPr>
      <dsp:spPr>
        <a:xfrm>
          <a:off x="5298416" y="1053961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Kdt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Stv</a:t>
          </a:r>
          <a:endParaRPr lang="de-DE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Oblt</a:t>
          </a:r>
          <a:r>
            <a:rPr lang="de-DE" sz="1100" kern="1200" dirty="0" smtClean="0"/>
            <a:t> Simon Pauli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Oblt</a:t>
          </a:r>
          <a:r>
            <a:rPr lang="de-DE" sz="1100" kern="1200" dirty="0" smtClean="0"/>
            <a:t> Luca </a:t>
          </a:r>
          <a:r>
            <a:rPr lang="de-DE" sz="1100" kern="1200" dirty="0" err="1" smtClean="0"/>
            <a:t>Storrer</a:t>
          </a:r>
          <a:endParaRPr lang="de-DE" sz="1100" kern="1200" dirty="0"/>
        </a:p>
      </dsp:txBody>
      <dsp:txXfrm>
        <a:off x="5298416" y="1053961"/>
        <a:ext cx="1832981" cy="629418"/>
      </dsp:txXfrm>
    </dsp:sp>
    <dsp:sp modelId="{D28D0720-DEF9-41F6-A5AA-A434ED022588}">
      <dsp:nvSpPr>
        <dsp:cNvPr id="0" name=""/>
        <dsp:cNvSpPr/>
      </dsp:nvSpPr>
      <dsp:spPr>
        <a:xfrm>
          <a:off x="5298416" y="2336025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Kdo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Gr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Fhr</a:t>
          </a:r>
          <a:endParaRPr lang="de-DE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Wm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Petrusic</a:t>
          </a:r>
          <a:r>
            <a:rPr lang="de-DE" sz="1100" kern="1200" dirty="0" smtClean="0"/>
            <a:t> Luca</a:t>
          </a:r>
          <a:endParaRPr lang="de-DE" sz="1100" kern="1200" dirty="0"/>
        </a:p>
      </dsp:txBody>
      <dsp:txXfrm>
        <a:off x="5298416" y="2336025"/>
        <a:ext cx="1832981" cy="629418"/>
      </dsp:txXfrm>
    </dsp:sp>
    <dsp:sp modelId="{66BB009C-B1D5-4140-AF50-D2974DB07B39}">
      <dsp:nvSpPr>
        <dsp:cNvPr id="0" name=""/>
        <dsp:cNvSpPr/>
      </dsp:nvSpPr>
      <dsp:spPr>
        <a:xfrm>
          <a:off x="1050172" y="2290392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Einh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Fw</a:t>
          </a:r>
          <a:endParaRPr lang="de-DE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Hptfw</a:t>
          </a:r>
          <a:r>
            <a:rPr lang="de-DE" sz="1100" kern="1200" dirty="0" smtClean="0"/>
            <a:t> Matteo </a:t>
          </a:r>
          <a:r>
            <a:rPr lang="de-DE" sz="1100" kern="1200" dirty="0" err="1" smtClean="0"/>
            <a:t>Ritzinger</a:t>
          </a:r>
          <a:endParaRPr lang="de-DE" sz="1100" kern="1200" dirty="0"/>
        </a:p>
      </dsp:txBody>
      <dsp:txXfrm>
        <a:off x="1050172" y="2290392"/>
        <a:ext cx="1832981" cy="629418"/>
      </dsp:txXfrm>
    </dsp:sp>
    <dsp:sp modelId="{8ED56F1E-625C-4E42-80E0-4129C5D704FA}">
      <dsp:nvSpPr>
        <dsp:cNvPr id="0" name=""/>
        <dsp:cNvSpPr/>
      </dsp:nvSpPr>
      <dsp:spPr>
        <a:xfrm>
          <a:off x="1503" y="3234268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smtClean="0"/>
            <a:t>C Mat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Wm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Hrvoje</a:t>
          </a:r>
          <a:r>
            <a:rPr lang="de-DE" sz="1100" kern="1200" dirty="0" smtClean="0"/>
            <a:t> </a:t>
          </a:r>
          <a:r>
            <a:rPr lang="de-DE" sz="1100" kern="1200" smtClean="0"/>
            <a:t>Gavranic </a:t>
          </a:r>
          <a:endParaRPr lang="de-DE" sz="1100" kern="1200" dirty="0"/>
        </a:p>
      </dsp:txBody>
      <dsp:txXfrm>
        <a:off x="1503" y="3234268"/>
        <a:ext cx="1832981" cy="629418"/>
      </dsp:txXfrm>
    </dsp:sp>
    <dsp:sp modelId="{B17B3FD8-9A94-44D0-B6A6-097D45B79F37}">
      <dsp:nvSpPr>
        <dsp:cNvPr id="0" name=""/>
        <dsp:cNvSpPr/>
      </dsp:nvSpPr>
      <dsp:spPr>
        <a:xfrm>
          <a:off x="2098840" y="3234268"/>
          <a:ext cx="1832981" cy="6294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smtClean="0"/>
            <a:t>C V+T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100" kern="1200" dirty="0" err="1" smtClean="0"/>
            <a:t>Wm</a:t>
          </a:r>
          <a:r>
            <a:rPr lang="de-DE" sz="1100" kern="1200" dirty="0" smtClean="0"/>
            <a:t> </a:t>
          </a:r>
          <a:r>
            <a:rPr lang="de-DE" sz="1100" kern="1200" dirty="0" smtClean="0"/>
            <a:t>Marco </a:t>
          </a:r>
          <a:r>
            <a:rPr lang="de-DE" sz="1100" kern="1200" dirty="0" err="1" smtClean="0"/>
            <a:t>Humbel</a:t>
          </a:r>
          <a:endParaRPr lang="de-DE" sz="1100" kern="1200" dirty="0"/>
        </a:p>
      </dsp:txBody>
      <dsp:txXfrm>
        <a:off x="2098840" y="3234268"/>
        <a:ext cx="1832981" cy="6294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4877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85255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507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8498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05765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3815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6428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1366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6222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1353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9544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A3168-BB41-4582-A324-5609FD487B0C}" type="datetimeFigureOut">
              <a:rPr lang="de-CH" smtClean="0"/>
              <a:t>08.08.2019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41A20-DCED-4E16-87D8-9E70775E0F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76557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/>
          <p:cNvGraphicFramePr/>
          <p:nvPr>
            <p:extLst>
              <p:ext uri="{D42A27DB-BD31-4B8C-83A1-F6EECF244321}">
                <p14:modId xmlns:p14="http://schemas.microsoft.com/office/powerpoint/2010/main" val="32972598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688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3658473" y="1180027"/>
            <a:ext cx="2520000" cy="7200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CH" dirty="0" smtClean="0">
                <a:solidFill>
                  <a:schemeClr val="tx1"/>
                </a:solidFill>
              </a:rPr>
              <a:t>Auslösung ASSALTO </a:t>
            </a:r>
            <a:r>
              <a:rPr lang="de-CH" sz="1200" dirty="0" smtClean="0">
                <a:solidFill>
                  <a:schemeClr val="tx1"/>
                </a:solidFill>
              </a:rPr>
              <a:t>(an KP) </a:t>
            </a:r>
          </a:p>
        </p:txBody>
      </p:sp>
      <p:sp>
        <p:nvSpPr>
          <p:cNvPr id="18" name="Rechteck 17"/>
          <p:cNvSpPr/>
          <p:nvPr/>
        </p:nvSpPr>
        <p:spPr>
          <a:xfrm>
            <a:off x="3658473" y="2473761"/>
            <a:ext cx="2520000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smtClean="0">
                <a:solidFill>
                  <a:schemeClr val="tx1"/>
                </a:solidFill>
              </a:rPr>
              <a:t>"ASSALTO"</a:t>
            </a: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34" name="Rechteck 33"/>
          <p:cNvSpPr/>
          <p:nvPr/>
        </p:nvSpPr>
        <p:spPr>
          <a:xfrm>
            <a:off x="3658473" y="3795555"/>
            <a:ext cx="2520000" cy="11647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CH" dirty="0" smtClean="0">
                <a:solidFill>
                  <a:schemeClr val="tx1"/>
                </a:solidFill>
              </a:rPr>
              <a:t>Alarmierung durch KP</a:t>
            </a:r>
          </a:p>
          <a:p>
            <a:pPr algn="ctr"/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4956452" y="5595630"/>
            <a:ext cx="2520000" cy="720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 smtClean="0">
                <a:solidFill>
                  <a:schemeClr val="tx1"/>
                </a:solidFill>
              </a:rPr>
              <a:t>Of</a:t>
            </a:r>
            <a:r>
              <a:rPr lang="de-CH" dirty="0" smtClean="0">
                <a:solidFill>
                  <a:schemeClr val="tx1"/>
                </a:solidFill>
              </a:rPr>
              <a:t> / </a:t>
            </a:r>
            <a:r>
              <a:rPr lang="de-CH" dirty="0" err="1" smtClean="0">
                <a:solidFill>
                  <a:schemeClr val="tx1"/>
                </a:solidFill>
              </a:rPr>
              <a:t>höh</a:t>
            </a:r>
            <a:r>
              <a:rPr lang="de-CH" dirty="0" smtClean="0">
                <a:solidFill>
                  <a:schemeClr val="tx1"/>
                </a:solidFill>
              </a:rPr>
              <a:t> </a:t>
            </a:r>
            <a:r>
              <a:rPr lang="de-CH" dirty="0" err="1" smtClean="0">
                <a:solidFill>
                  <a:schemeClr val="tx1"/>
                </a:solidFill>
              </a:rPr>
              <a:t>Uof</a:t>
            </a:r>
            <a:endParaRPr lang="de-CH" dirty="0" smtClean="0">
              <a:solidFill>
                <a:schemeClr val="tx1"/>
              </a:solidFill>
            </a:endParaRPr>
          </a:p>
          <a:p>
            <a:pPr algn="ctr"/>
            <a:r>
              <a:rPr lang="de-CH" sz="1200" dirty="0" smtClean="0">
                <a:solidFill>
                  <a:schemeClr val="tx1"/>
                </a:solidFill>
              </a:rPr>
              <a:t>Sofort auf KP melden</a:t>
            </a:r>
            <a:endParaRPr lang="de-CH" sz="1200" dirty="0">
              <a:solidFill>
                <a:schemeClr val="tx1"/>
              </a:solidFill>
            </a:endParaRPr>
          </a:p>
        </p:txBody>
      </p:sp>
      <p:sp>
        <p:nvSpPr>
          <p:cNvPr id="36" name="Rechteck 35"/>
          <p:cNvSpPr/>
          <p:nvPr/>
        </p:nvSpPr>
        <p:spPr>
          <a:xfrm>
            <a:off x="2360493" y="5595630"/>
            <a:ext cx="2520000" cy="720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smtClean="0">
                <a:solidFill>
                  <a:schemeClr val="tx1"/>
                </a:solidFill>
              </a:rPr>
              <a:t>Truppe</a:t>
            </a:r>
          </a:p>
          <a:p>
            <a:pPr algn="ctr"/>
            <a:r>
              <a:rPr lang="de-CH" sz="1200" dirty="0" smtClean="0">
                <a:solidFill>
                  <a:schemeClr val="tx1"/>
                </a:solidFill>
              </a:rPr>
              <a:t>Bezug </a:t>
            </a:r>
            <a:r>
              <a:rPr lang="de-CH" sz="1200" dirty="0" err="1" smtClean="0">
                <a:solidFill>
                  <a:schemeClr val="tx1"/>
                </a:solidFill>
              </a:rPr>
              <a:t>ges</a:t>
            </a:r>
            <a:r>
              <a:rPr lang="de-CH" sz="1200" dirty="0" smtClean="0">
                <a:solidFill>
                  <a:schemeClr val="tx1"/>
                </a:solidFill>
              </a:rPr>
              <a:t> Halt unter Leitung </a:t>
            </a:r>
            <a:r>
              <a:rPr lang="de-CH" sz="1200" dirty="0" err="1" smtClean="0">
                <a:solidFill>
                  <a:schemeClr val="tx1"/>
                </a:solidFill>
              </a:rPr>
              <a:t>Zfhr</a:t>
            </a:r>
            <a:r>
              <a:rPr lang="de-CH" sz="1200" dirty="0" smtClean="0">
                <a:solidFill>
                  <a:schemeClr val="tx1"/>
                </a:solidFill>
              </a:rPr>
              <a:t> </a:t>
            </a:r>
            <a:r>
              <a:rPr lang="de-CH" sz="1200" dirty="0" err="1" smtClean="0">
                <a:solidFill>
                  <a:schemeClr val="tx1"/>
                </a:solidFill>
              </a:rPr>
              <a:t>Stv</a:t>
            </a:r>
            <a:endParaRPr lang="de-CH" sz="1200" dirty="0">
              <a:solidFill>
                <a:schemeClr val="tx1"/>
              </a:solidFill>
            </a:endParaRPr>
          </a:p>
        </p:txBody>
      </p:sp>
      <p:sp>
        <p:nvSpPr>
          <p:cNvPr id="37" name="Pfeil nach unten 36"/>
          <p:cNvSpPr/>
          <p:nvPr/>
        </p:nvSpPr>
        <p:spPr>
          <a:xfrm>
            <a:off x="4744383" y="1952095"/>
            <a:ext cx="324803" cy="469597"/>
          </a:xfrm>
          <a:prstGeom prst="down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Pfeil nach unten 37"/>
          <p:cNvSpPr/>
          <p:nvPr/>
        </p:nvSpPr>
        <p:spPr>
          <a:xfrm>
            <a:off x="4744383" y="3227525"/>
            <a:ext cx="324803" cy="469597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Pfeil nach unten 38"/>
          <p:cNvSpPr/>
          <p:nvPr/>
        </p:nvSpPr>
        <p:spPr>
          <a:xfrm>
            <a:off x="5679982" y="5043170"/>
            <a:ext cx="324803" cy="46959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Pfeil nach unten 39"/>
          <p:cNvSpPr/>
          <p:nvPr/>
        </p:nvSpPr>
        <p:spPr>
          <a:xfrm>
            <a:off x="3808785" y="5043170"/>
            <a:ext cx="324803" cy="46959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Textfeld 41"/>
          <p:cNvSpPr txBox="1"/>
          <p:nvPr/>
        </p:nvSpPr>
        <p:spPr>
          <a:xfrm>
            <a:off x="4133588" y="1965658"/>
            <a:ext cx="200416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CH" sz="1600" dirty="0" smtClean="0"/>
              <a:t>Alarmüberprüfung</a:t>
            </a:r>
            <a:endParaRPr lang="de-CH" sz="1600" dirty="0"/>
          </a:p>
        </p:txBody>
      </p:sp>
      <p:sp>
        <p:nvSpPr>
          <p:cNvPr id="43" name="Textfeld 42"/>
          <p:cNvSpPr txBox="1"/>
          <p:nvPr/>
        </p:nvSpPr>
        <p:spPr>
          <a:xfrm>
            <a:off x="3995803" y="4109539"/>
            <a:ext cx="2258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CH" sz="1200" dirty="0" smtClean="0"/>
              <a:t>Kp </a:t>
            </a:r>
            <a:r>
              <a:rPr lang="de-CH" sz="1200" dirty="0" err="1" smtClean="0"/>
              <a:t>Kdt</a:t>
            </a:r>
            <a:r>
              <a:rPr lang="de-CH" sz="1200" dirty="0" smtClean="0"/>
              <a:t> – Kp </a:t>
            </a:r>
            <a:r>
              <a:rPr lang="de-CH" sz="1200" dirty="0" err="1" smtClean="0"/>
              <a:t>Kdt</a:t>
            </a:r>
            <a:r>
              <a:rPr lang="de-CH" sz="1200" dirty="0" smtClean="0"/>
              <a:t> </a:t>
            </a:r>
            <a:r>
              <a:rPr lang="de-CH" sz="1200" dirty="0" err="1" smtClean="0"/>
              <a:t>Stv</a:t>
            </a:r>
            <a:endParaRPr lang="de-CH" sz="1200" dirty="0" smtClean="0"/>
          </a:p>
          <a:p>
            <a:pPr marL="342900" indent="-342900">
              <a:buFont typeface="+mj-lt"/>
              <a:buAutoNum type="arabicPeriod"/>
            </a:pPr>
            <a:r>
              <a:rPr lang="de-CH" sz="1200" dirty="0" smtClean="0"/>
              <a:t>Wache</a:t>
            </a:r>
          </a:p>
          <a:p>
            <a:pPr marL="342900" indent="-342900">
              <a:buFont typeface="+mj-lt"/>
              <a:buAutoNum type="arabicPeriod"/>
            </a:pPr>
            <a:r>
              <a:rPr lang="de-CH" sz="1200" dirty="0" err="1" smtClean="0"/>
              <a:t>Zfhr</a:t>
            </a:r>
            <a:r>
              <a:rPr lang="de-CH" sz="1200" dirty="0" smtClean="0"/>
              <a:t> – </a:t>
            </a:r>
            <a:r>
              <a:rPr lang="de-CH" sz="1200" dirty="0" err="1" smtClean="0"/>
              <a:t>Zfhr</a:t>
            </a:r>
            <a:r>
              <a:rPr lang="de-CH" sz="1200" dirty="0" smtClean="0"/>
              <a:t> </a:t>
            </a:r>
            <a:r>
              <a:rPr lang="de-CH" sz="1200" dirty="0" err="1" smtClean="0"/>
              <a:t>Stv</a:t>
            </a:r>
            <a:endParaRPr lang="de-CH" sz="1200" dirty="0" smtClean="0"/>
          </a:p>
          <a:p>
            <a:pPr marL="342900" indent="-342900">
              <a:buFont typeface="+mj-lt"/>
              <a:buAutoNum type="arabicPeriod"/>
            </a:pPr>
            <a:r>
              <a:rPr lang="de-CH" sz="1200" dirty="0" err="1" smtClean="0"/>
              <a:t>Einh</a:t>
            </a:r>
            <a:r>
              <a:rPr lang="de-CH" sz="1200" dirty="0" smtClean="0"/>
              <a:t> </a:t>
            </a:r>
            <a:r>
              <a:rPr lang="de-CH" sz="1200" dirty="0" err="1" smtClean="0"/>
              <a:t>Four</a:t>
            </a:r>
            <a:r>
              <a:rPr lang="de-CH" sz="1200" dirty="0" smtClean="0"/>
              <a:t> – </a:t>
            </a:r>
            <a:r>
              <a:rPr lang="de-CH" sz="1200" dirty="0" err="1" smtClean="0"/>
              <a:t>Einh</a:t>
            </a:r>
            <a:r>
              <a:rPr lang="de-CH" sz="1200" dirty="0" smtClean="0"/>
              <a:t> </a:t>
            </a:r>
            <a:r>
              <a:rPr lang="de-CH" sz="1200" dirty="0" err="1" smtClean="0"/>
              <a:t>Fw</a:t>
            </a:r>
            <a:endParaRPr lang="de-CH" dirty="0"/>
          </a:p>
        </p:txBody>
      </p:sp>
      <p:sp>
        <p:nvSpPr>
          <p:cNvPr id="44" name="Textfeld 43"/>
          <p:cNvSpPr txBox="1"/>
          <p:nvPr/>
        </p:nvSpPr>
        <p:spPr>
          <a:xfrm>
            <a:off x="3939871" y="1469106"/>
            <a:ext cx="22586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durch </a:t>
            </a:r>
            <a:r>
              <a:rPr lang="de-CH" sz="1200" dirty="0" err="1" smtClean="0"/>
              <a:t>Kdt</a:t>
            </a:r>
            <a:r>
              <a:rPr lang="de-CH" sz="1200" dirty="0" smtClean="0"/>
              <a:t> </a:t>
            </a:r>
            <a:r>
              <a:rPr lang="de-CH" sz="1200" dirty="0" err="1" smtClean="0"/>
              <a:t>Inf</a:t>
            </a:r>
            <a:r>
              <a:rPr lang="de-CH" sz="1200" dirty="0" smtClean="0"/>
              <a:t> Kp 56/3</a:t>
            </a:r>
            <a:endParaRPr lang="de-CH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durch vorgesetzte Stelle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7892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/>
        </p:nvSpPr>
        <p:spPr>
          <a:xfrm>
            <a:off x="3080601" y="2471912"/>
            <a:ext cx="3675744" cy="72000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CH" dirty="0" smtClean="0">
                <a:solidFill>
                  <a:schemeClr val="tx1"/>
                </a:solidFill>
              </a:rPr>
              <a:t>RETTEN</a:t>
            </a:r>
          </a:p>
          <a:p>
            <a:pPr algn="ctr"/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3094026" y="2745881"/>
            <a:ext cx="36757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Leben retten / Personen evakuieren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err="1" smtClean="0"/>
              <a:t>Fz</a:t>
            </a:r>
            <a:r>
              <a:rPr lang="de-CH" sz="1200" dirty="0" smtClean="0"/>
              <a:t>, Mat, </a:t>
            </a:r>
            <a:r>
              <a:rPr lang="de-CH" sz="1200" dirty="0" err="1" smtClean="0"/>
              <a:t>Mun</a:t>
            </a:r>
            <a:r>
              <a:rPr lang="de-CH" sz="1200" dirty="0" smtClean="0"/>
              <a:t>, </a:t>
            </a:r>
            <a:r>
              <a:rPr lang="de-CH" sz="1200" dirty="0" err="1" smtClean="0"/>
              <a:t>etc</a:t>
            </a:r>
            <a:r>
              <a:rPr lang="de-CH" sz="1200" dirty="0" smtClean="0"/>
              <a:t> aus der Gefahrenzone bringen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CH" dirty="0"/>
          </a:p>
        </p:txBody>
      </p:sp>
      <p:sp>
        <p:nvSpPr>
          <p:cNvPr id="6" name="Rechteck 5"/>
          <p:cNvSpPr/>
          <p:nvPr/>
        </p:nvSpPr>
        <p:spPr>
          <a:xfrm>
            <a:off x="3658473" y="939397"/>
            <a:ext cx="2520000" cy="119530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CH" dirty="0" smtClean="0">
                <a:solidFill>
                  <a:schemeClr val="tx1"/>
                </a:solidFill>
              </a:rPr>
              <a:t>ALARMIEREN</a:t>
            </a:r>
            <a:endParaRPr lang="de-CH" sz="1200" dirty="0" smtClean="0">
              <a:solidFill>
                <a:schemeClr val="tx1"/>
              </a:solidFill>
            </a:endParaRPr>
          </a:p>
        </p:txBody>
      </p:sp>
      <p:sp>
        <p:nvSpPr>
          <p:cNvPr id="44" name="Textfeld 43"/>
          <p:cNvSpPr txBox="1"/>
          <p:nvPr/>
        </p:nvSpPr>
        <p:spPr>
          <a:xfrm>
            <a:off x="3779451" y="1228476"/>
            <a:ext cx="22586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Direkt gefährdete Personen</a:t>
            </a:r>
            <a:endParaRPr lang="de-CH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Wache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Feuerwehr – Tel 118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Kp </a:t>
            </a:r>
            <a:r>
              <a:rPr lang="de-CH" sz="1200" dirty="0" err="1" smtClean="0"/>
              <a:t>Kdt</a:t>
            </a:r>
            <a:r>
              <a:rPr lang="de-CH" sz="1200" dirty="0" smtClean="0"/>
              <a:t> – Kader - Truppe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CH" dirty="0"/>
          </a:p>
        </p:txBody>
      </p:sp>
      <p:sp>
        <p:nvSpPr>
          <p:cNvPr id="34" name="Rechteck 33"/>
          <p:cNvSpPr/>
          <p:nvPr/>
        </p:nvSpPr>
        <p:spPr>
          <a:xfrm>
            <a:off x="2301250" y="4790159"/>
            <a:ext cx="5261295" cy="960315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CH" dirty="0" smtClean="0">
                <a:solidFill>
                  <a:schemeClr val="tx1"/>
                </a:solidFill>
              </a:rPr>
              <a:t>BESAMMLUNGSPLATZ – KONTROLLE BESTAND</a:t>
            </a:r>
          </a:p>
          <a:p>
            <a:pPr algn="ctr"/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2301250" y="5913393"/>
            <a:ext cx="5261295" cy="75717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CH" dirty="0" smtClean="0">
                <a:solidFill>
                  <a:schemeClr val="tx1"/>
                </a:solidFill>
              </a:rPr>
              <a:t>EINTREFFEN FEUERWEHR – MP – POLIZEI </a:t>
            </a:r>
            <a:r>
              <a:rPr lang="de-CH" dirty="0" err="1" smtClean="0">
                <a:solidFill>
                  <a:schemeClr val="tx1"/>
                </a:solidFill>
              </a:rPr>
              <a:t>etc</a:t>
            </a:r>
            <a:endParaRPr lang="de-CH" dirty="0" smtClean="0">
              <a:solidFill>
                <a:schemeClr val="tx1"/>
              </a:solidFill>
            </a:endParaRPr>
          </a:p>
        </p:txBody>
      </p:sp>
      <p:sp>
        <p:nvSpPr>
          <p:cNvPr id="37" name="Pfeil nach unten 36"/>
          <p:cNvSpPr/>
          <p:nvPr/>
        </p:nvSpPr>
        <p:spPr>
          <a:xfrm>
            <a:off x="4744383" y="2180404"/>
            <a:ext cx="252000" cy="216000"/>
          </a:xfrm>
          <a:prstGeom prst="down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Pfeil nach unten 38"/>
          <p:cNvSpPr/>
          <p:nvPr/>
        </p:nvSpPr>
        <p:spPr>
          <a:xfrm>
            <a:off x="4744383" y="3240320"/>
            <a:ext cx="252000" cy="216000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Textfeld 41"/>
          <p:cNvSpPr txBox="1"/>
          <p:nvPr/>
        </p:nvSpPr>
        <p:spPr>
          <a:xfrm>
            <a:off x="6178473" y="1880873"/>
            <a:ext cx="229929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CH" sz="1200" b="1" dirty="0" smtClean="0"/>
              <a:t>Wache: Weiterführen minimaler Wachtdienst</a:t>
            </a:r>
            <a:endParaRPr lang="de-CH" sz="1200" b="1" dirty="0"/>
          </a:p>
        </p:txBody>
      </p:sp>
      <p:sp>
        <p:nvSpPr>
          <p:cNvPr id="43" name="Textfeld 42"/>
          <p:cNvSpPr txBox="1"/>
          <p:nvPr/>
        </p:nvSpPr>
        <p:spPr>
          <a:xfrm>
            <a:off x="2307965" y="5104143"/>
            <a:ext cx="5254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dirty="0" smtClean="0"/>
              <a:t>Leitung: Ranghöchster </a:t>
            </a:r>
            <a:r>
              <a:rPr lang="de-CH" sz="1200" dirty="0" smtClean="0">
                <a:sym typeface="Wingdings" panose="05000000000000000000" pitchFamily="2" charset="2"/>
              </a:rPr>
              <a:t> Sind alle anwesend?</a:t>
            </a:r>
            <a:endParaRPr lang="de-CH" sz="1200" dirty="0" smtClean="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err="1" smtClean="0"/>
              <a:t>Wachkdt</a:t>
            </a:r>
            <a:r>
              <a:rPr lang="de-CH" sz="1200" dirty="0" smtClean="0"/>
              <a:t> / </a:t>
            </a:r>
            <a:r>
              <a:rPr lang="de-CH" sz="1200" dirty="0" err="1" smtClean="0"/>
              <a:t>Stv</a:t>
            </a:r>
            <a:r>
              <a:rPr lang="de-CH" sz="1200" dirty="0" smtClean="0"/>
              <a:t> hat aktuelle </a:t>
            </a:r>
            <a:r>
              <a:rPr lang="de-CH" sz="1200" dirty="0" err="1" smtClean="0"/>
              <a:t>Bestandesliste</a:t>
            </a:r>
            <a:r>
              <a:rPr lang="de-CH" sz="1200" dirty="0" smtClean="0"/>
              <a:t> auf Mann</a:t>
            </a:r>
            <a:endParaRPr lang="de-CH" sz="1200" dirty="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Kontrolle durch Ranghöchsten oder Führer Rechts der Züge</a:t>
            </a:r>
            <a:endParaRPr lang="de-CH" sz="1200" dirty="0"/>
          </a:p>
        </p:txBody>
      </p:sp>
      <p:sp>
        <p:nvSpPr>
          <p:cNvPr id="14" name="Rechteck 13"/>
          <p:cNvSpPr/>
          <p:nvPr/>
        </p:nvSpPr>
        <p:spPr>
          <a:xfrm>
            <a:off x="3932354" y="104995"/>
            <a:ext cx="1948859" cy="50405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CH" dirty="0" smtClean="0">
                <a:solidFill>
                  <a:schemeClr val="tx1"/>
                </a:solidFill>
              </a:rPr>
              <a:t>Notfall</a:t>
            </a:r>
            <a:endParaRPr lang="de-CH" sz="1200" dirty="0" smtClean="0">
              <a:solidFill>
                <a:schemeClr val="tx1"/>
              </a:solidFill>
            </a:endParaRPr>
          </a:p>
        </p:txBody>
      </p:sp>
      <p:sp>
        <p:nvSpPr>
          <p:cNvPr id="15" name="Pfeil nach unten 14"/>
          <p:cNvSpPr/>
          <p:nvPr/>
        </p:nvSpPr>
        <p:spPr>
          <a:xfrm>
            <a:off x="4744383" y="662304"/>
            <a:ext cx="252000" cy="2160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 18"/>
          <p:cNvSpPr/>
          <p:nvPr/>
        </p:nvSpPr>
        <p:spPr>
          <a:xfrm>
            <a:off x="2301250" y="3503714"/>
            <a:ext cx="5261295" cy="9910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CH" dirty="0" smtClean="0">
                <a:solidFill>
                  <a:schemeClr val="tx1"/>
                </a:solidFill>
              </a:rPr>
              <a:t>LÖSCHEN / VORFALL BEKÄMPFEN</a:t>
            </a:r>
          </a:p>
          <a:p>
            <a:pPr algn="ctr"/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20" name="Textfeld 19"/>
          <p:cNvSpPr txBox="1"/>
          <p:nvPr/>
        </p:nvSpPr>
        <p:spPr>
          <a:xfrm>
            <a:off x="2307965" y="3762739"/>
            <a:ext cx="5383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dirty="0" smtClean="0"/>
              <a:t>Eigenschutz!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Bei Feuer: Feuerlöscher, </a:t>
            </a:r>
            <a:r>
              <a:rPr lang="de-CH" sz="1200" dirty="0" err="1" smtClean="0"/>
              <a:t>Hydrandt</a:t>
            </a:r>
            <a:r>
              <a:rPr lang="de-CH" sz="1200" dirty="0" smtClean="0"/>
              <a:t>, Wasserspritze, improvisierte Mittel, </a:t>
            </a:r>
            <a:r>
              <a:rPr lang="de-CH" sz="1200" dirty="0" err="1" smtClean="0"/>
              <a:t>etc</a:t>
            </a:r>
            <a:endParaRPr lang="de-CH" sz="1200" dirty="0" smtClean="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Leitung: </a:t>
            </a:r>
            <a:r>
              <a:rPr lang="de-CH" sz="1200" dirty="0" err="1" smtClean="0"/>
              <a:t>Wachkdt</a:t>
            </a:r>
            <a:r>
              <a:rPr lang="de-CH" sz="1200" dirty="0" smtClean="0"/>
              <a:t>, bis zur Ablösung durch ranghöheren </a:t>
            </a:r>
            <a:r>
              <a:rPr lang="de-CH" sz="1200" dirty="0" err="1" smtClean="0"/>
              <a:t>Of</a:t>
            </a:r>
            <a:r>
              <a:rPr lang="de-CH" sz="1200" dirty="0" smtClean="0"/>
              <a:t> oder </a:t>
            </a:r>
            <a:r>
              <a:rPr lang="de-CH" sz="1200" dirty="0" err="1" smtClean="0"/>
              <a:t>ziv</a:t>
            </a:r>
            <a:r>
              <a:rPr lang="de-CH" sz="1200" dirty="0" smtClean="0"/>
              <a:t> Ei Leiter</a:t>
            </a:r>
            <a:endParaRPr lang="de-CH" dirty="0"/>
          </a:p>
        </p:txBody>
      </p:sp>
      <p:sp>
        <p:nvSpPr>
          <p:cNvPr id="21" name="Pfeil nach unten 20"/>
          <p:cNvSpPr/>
          <p:nvPr/>
        </p:nvSpPr>
        <p:spPr>
          <a:xfrm>
            <a:off x="4744383" y="4539905"/>
            <a:ext cx="252000" cy="216000"/>
          </a:xfrm>
          <a:prstGeom prst="downArrow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Textfeld 21"/>
          <p:cNvSpPr txBox="1"/>
          <p:nvPr/>
        </p:nvSpPr>
        <p:spPr>
          <a:xfrm>
            <a:off x="2307965" y="6208897"/>
            <a:ext cx="5254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Meldung an </a:t>
            </a:r>
            <a:r>
              <a:rPr lang="de-CH" sz="1200" dirty="0" err="1" smtClean="0"/>
              <a:t>ziv</a:t>
            </a:r>
            <a:r>
              <a:rPr lang="de-CH" sz="1200" dirty="0" smtClean="0"/>
              <a:t> Ei Leiter: Bestände (vermisste Pers), getroffene Massnahmen</a:t>
            </a:r>
            <a:endParaRPr lang="de-CH" sz="1200" dirty="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CH" sz="1200" dirty="0" smtClean="0"/>
              <a:t>Truppe wird für Bekämpfung des Ereignisses dem </a:t>
            </a:r>
            <a:r>
              <a:rPr lang="de-CH" sz="1200" dirty="0" err="1" smtClean="0"/>
              <a:t>ziv</a:t>
            </a:r>
            <a:r>
              <a:rPr lang="de-CH" sz="1200" dirty="0" smtClean="0"/>
              <a:t> Ei Leiter unterstellt</a:t>
            </a:r>
            <a:endParaRPr lang="de-CH" sz="1200" dirty="0"/>
          </a:p>
        </p:txBody>
      </p:sp>
    </p:spTree>
    <p:extLst>
      <p:ext uri="{BB962C8B-B14F-4D97-AF65-F5344CB8AC3E}">
        <p14:creationId xmlns:p14="http://schemas.microsoft.com/office/powerpoint/2010/main" val="44609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1937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Breitbild</PresentationFormat>
  <Paragraphs>61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>FUB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Halter Andri MIL</dc:creator>
  <cp:lastModifiedBy>Halter Andri MIL</cp:lastModifiedBy>
  <cp:revision>16</cp:revision>
  <dcterms:created xsi:type="dcterms:W3CDTF">2019-05-11T10:44:17Z</dcterms:created>
  <dcterms:modified xsi:type="dcterms:W3CDTF">2019-08-08T11:01:27Z</dcterms:modified>
</cp:coreProperties>
</file>